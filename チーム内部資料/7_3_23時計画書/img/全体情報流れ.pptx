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B8367-2605-DAA4-5430-9FCA3F1F0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552300-AAD2-1628-458B-6F54AFC78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F34EBF-9D53-6AE1-E817-0D8422C52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4F5E-B68A-A64E-AD3D-FF42256DD8A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5188AA-744D-80C6-DB33-308573A0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09BC49-3DE4-6678-72A4-C742E624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D861-871D-6241-90F1-49050EE8CC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67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0C9E47-2F8E-EE93-84D7-3EF5F4110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9516BFA-6A2D-9D13-1EB0-2A354C75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4F5E-B68A-A64E-AD3D-FF42256DD8A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CB701F-F3BD-09A9-A3E0-5408CE3E9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0976DAC-73E4-3D7E-B19E-F272A4BF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D861-871D-6241-90F1-49050EE8CC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82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597E8A-1746-1C38-611E-80AB9EE7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424E2E-1C8E-7CA1-4468-5E4BD2690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396201-0636-FE0E-3811-8FA79585C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4F5E-B68A-A64E-AD3D-FF42256DD8A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7DEB81-7F21-4C65-59B3-E9ECE4B6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A5EFA6-3E0B-291F-8825-ED5B4B3E8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D861-871D-6241-90F1-49050EE8CC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681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A058D-83A6-5A4F-92B7-1E7E4582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BF1D51-5340-84AF-AEFC-2CA6162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64F5E-B68A-A64E-AD3D-FF42256DD8A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60EFEE-E1B4-5E8C-E62E-6CCFDBFA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FB8340-DAC5-7FC9-7BB4-261E52BE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0D861-871D-6241-90F1-49050EE8CC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7549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F70CEB-A6DA-26BD-19DA-86E7DD33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853322-FE84-CF0D-BF8D-0AEA9519F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CC0792-3117-381A-AA3B-9CC5981E0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64F5E-B68A-A64E-AD3D-FF42256DD8AD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4FA422-9999-511B-8527-B5D68590F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2EB59A-5997-0CD9-740A-D5F1AA036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0D861-871D-6241-90F1-49050EE8CC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040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4BE318F-58FC-F384-2986-BF5C6EC2776C}"/>
              </a:ext>
            </a:extLst>
          </p:cNvPr>
          <p:cNvSpPr/>
          <p:nvPr/>
        </p:nvSpPr>
        <p:spPr>
          <a:xfrm>
            <a:off x="5922332" y="2663454"/>
            <a:ext cx="1924494" cy="12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楽器用</a:t>
            </a:r>
            <a:r>
              <a:rPr kumimoji="1" lang="en-US" altLang="ja-JP" dirty="0">
                <a:solidFill>
                  <a:schemeClr val="tx1"/>
                </a:solidFill>
              </a:rPr>
              <a:t>Arduino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02A26A3-1520-1416-3502-71E7DC016A94}"/>
              </a:ext>
            </a:extLst>
          </p:cNvPr>
          <p:cNvSpPr/>
          <p:nvPr/>
        </p:nvSpPr>
        <p:spPr>
          <a:xfrm>
            <a:off x="237459" y="2806995"/>
            <a:ext cx="1924494" cy="12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指揮者用</a:t>
            </a:r>
            <a:r>
              <a:rPr kumimoji="1" lang="en-US" altLang="ja-JP" dirty="0">
                <a:solidFill>
                  <a:schemeClr val="tx1"/>
                </a:solidFill>
              </a:rPr>
              <a:t>Arduino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6B4DA11-5709-9E5B-B3FA-0BD69D810C19}"/>
              </a:ext>
            </a:extLst>
          </p:cNvPr>
          <p:cNvSpPr/>
          <p:nvPr/>
        </p:nvSpPr>
        <p:spPr>
          <a:xfrm>
            <a:off x="9721701" y="2806995"/>
            <a:ext cx="1924494" cy="12440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楽器用</a:t>
            </a:r>
            <a:r>
              <a:rPr kumimoji="1" lang="en-US" altLang="ja-JP" dirty="0">
                <a:solidFill>
                  <a:schemeClr val="tx1"/>
                </a:solidFill>
              </a:rPr>
              <a:t>PC(Processing)</a:t>
            </a:r>
          </a:p>
        </p:txBody>
      </p:sp>
      <p:sp>
        <p:nvSpPr>
          <p:cNvPr id="7" name="片側の 2 つの角を切り取った四角形 6">
            <a:extLst>
              <a:ext uri="{FF2B5EF4-FFF2-40B4-BE49-F238E27FC236}">
                <a16:creationId xmlns:a16="http://schemas.microsoft.com/office/drawing/2014/main" id="{24FD0E96-CF26-3B3A-0C6D-8289E15320B2}"/>
              </a:ext>
            </a:extLst>
          </p:cNvPr>
          <p:cNvSpPr/>
          <p:nvPr/>
        </p:nvSpPr>
        <p:spPr>
          <a:xfrm>
            <a:off x="3175590" y="2806995"/>
            <a:ext cx="404037" cy="882503"/>
          </a:xfrm>
          <a:prstGeom prst="snip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AAC2D44-2D6A-93DD-6EB5-B978DB66EBD3}"/>
              </a:ext>
            </a:extLst>
          </p:cNvPr>
          <p:cNvCxnSpPr>
            <a:cxnSpLocks/>
          </p:cNvCxnSpPr>
          <p:nvPr/>
        </p:nvCxnSpPr>
        <p:spPr>
          <a:xfrm flipV="1">
            <a:off x="3476847" y="3689498"/>
            <a:ext cx="0" cy="5528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2F18F001-CC36-5FDB-3D56-F775B971044C}"/>
              </a:ext>
            </a:extLst>
          </p:cNvPr>
          <p:cNvCxnSpPr>
            <a:cxnSpLocks/>
          </p:cNvCxnSpPr>
          <p:nvPr/>
        </p:nvCxnSpPr>
        <p:spPr>
          <a:xfrm flipV="1">
            <a:off x="3257106" y="3689497"/>
            <a:ext cx="0" cy="6698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033D7B0-6ABB-D831-9D0E-D9BAAB039202}"/>
              </a:ext>
            </a:extLst>
          </p:cNvPr>
          <p:cNvSpPr/>
          <p:nvPr/>
        </p:nvSpPr>
        <p:spPr>
          <a:xfrm>
            <a:off x="4040374" y="2828259"/>
            <a:ext cx="531627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C9C4270-FF50-D6C6-3A78-EE7FAE937BCC}"/>
              </a:ext>
            </a:extLst>
          </p:cNvPr>
          <p:cNvCxnSpPr>
            <a:cxnSpLocks/>
          </p:cNvCxnSpPr>
          <p:nvPr/>
        </p:nvCxnSpPr>
        <p:spPr>
          <a:xfrm flipV="1">
            <a:off x="3405964" y="3693038"/>
            <a:ext cx="0" cy="6663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4334E4B-E898-EC9D-3FAB-A4A67E2BB78A}"/>
              </a:ext>
            </a:extLst>
          </p:cNvPr>
          <p:cNvCxnSpPr>
            <a:cxnSpLocks/>
          </p:cNvCxnSpPr>
          <p:nvPr/>
        </p:nvCxnSpPr>
        <p:spPr>
          <a:xfrm flipV="1">
            <a:off x="3345712" y="3685945"/>
            <a:ext cx="0" cy="769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F5B749E-06B8-5101-09EC-8F7293893BF2}"/>
              </a:ext>
            </a:extLst>
          </p:cNvPr>
          <p:cNvCxnSpPr/>
          <p:nvPr/>
        </p:nvCxnSpPr>
        <p:spPr>
          <a:xfrm>
            <a:off x="2161953" y="4667693"/>
            <a:ext cx="1183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FED9BDE-B756-EDB5-83F8-7ACA0063182C}"/>
              </a:ext>
            </a:extLst>
          </p:cNvPr>
          <p:cNvSpPr txBox="1"/>
          <p:nvPr/>
        </p:nvSpPr>
        <p:spPr>
          <a:xfrm>
            <a:off x="528085" y="4940228"/>
            <a:ext cx="3051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analogWrite</a:t>
            </a:r>
            <a:r>
              <a:rPr kumimoji="1" lang="ja-JP" altLang="en-US"/>
              <a:t>で</a:t>
            </a:r>
            <a:r>
              <a:rPr kumimoji="1" lang="en-US" altLang="ja-JP" dirty="0"/>
              <a:t>R,G,B</a:t>
            </a:r>
            <a:r>
              <a:rPr kumimoji="1" lang="ja-JP" altLang="en-US"/>
              <a:t>の値をフルカラー</a:t>
            </a:r>
            <a:r>
              <a:rPr kumimoji="1" lang="en-US" altLang="ja-JP" dirty="0"/>
              <a:t>LED</a:t>
            </a:r>
            <a:r>
              <a:rPr kumimoji="1" lang="ja-JP" altLang="en-US"/>
              <a:t>へ送信</a:t>
            </a:r>
            <a:endParaRPr kumimoji="1" lang="en-US" altLang="ja-JP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AB1599E-BA05-CF07-CB49-8543DD2D1A49}"/>
              </a:ext>
            </a:extLst>
          </p:cNvPr>
          <p:cNvCxnSpPr/>
          <p:nvPr/>
        </p:nvCxnSpPr>
        <p:spPr>
          <a:xfrm>
            <a:off x="4738573" y="4667693"/>
            <a:ext cx="1183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CEC696F-DFAC-BD90-4F4F-33AAB9E1C26A}"/>
              </a:ext>
            </a:extLst>
          </p:cNvPr>
          <p:cNvSpPr txBox="1"/>
          <p:nvPr/>
        </p:nvSpPr>
        <p:spPr>
          <a:xfrm>
            <a:off x="4274410" y="4916201"/>
            <a:ext cx="1881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受光素子が受けとった</a:t>
            </a:r>
            <a:r>
              <a:rPr kumimoji="1" lang="en-US" altLang="ja-JP" dirty="0"/>
              <a:t>R,B,G</a:t>
            </a:r>
            <a:r>
              <a:rPr kumimoji="1" lang="ja-JP" altLang="en-US"/>
              <a:t>値</a:t>
            </a:r>
            <a:r>
              <a:rPr lang="ja-JP" altLang="en-US"/>
              <a:t>を</a:t>
            </a:r>
            <a:r>
              <a:rPr lang="en-US" altLang="ja-JP" dirty="0" err="1"/>
              <a:t>analogRead</a:t>
            </a:r>
            <a:r>
              <a:rPr lang="ja-JP" altLang="en-US"/>
              <a:t>で受信</a:t>
            </a:r>
            <a:endParaRPr kumimoji="1" lang="en-US" altLang="ja-JP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8BE6DD96-A604-A911-B6D0-B4AC62A174C8}"/>
              </a:ext>
            </a:extLst>
          </p:cNvPr>
          <p:cNvCxnSpPr/>
          <p:nvPr/>
        </p:nvCxnSpPr>
        <p:spPr>
          <a:xfrm>
            <a:off x="8238459" y="4667693"/>
            <a:ext cx="11837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EBA1FCE-F7AB-FC48-55B5-DADCED5F7C1A}"/>
              </a:ext>
            </a:extLst>
          </p:cNvPr>
          <p:cNvSpPr txBox="1"/>
          <p:nvPr/>
        </p:nvSpPr>
        <p:spPr>
          <a:xfrm>
            <a:off x="7846826" y="4940228"/>
            <a:ext cx="23604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USB</a:t>
            </a:r>
            <a:r>
              <a:rPr kumimoji="1" lang="ja-JP" altLang="en-US"/>
              <a:t>で接続し，</a:t>
            </a:r>
            <a:endParaRPr kumimoji="1" lang="en-US" altLang="ja-JP" dirty="0"/>
          </a:p>
          <a:p>
            <a:r>
              <a:rPr kumimoji="1" lang="ja-JP" altLang="en-US"/>
              <a:t>シリアル通信</a:t>
            </a:r>
            <a:endParaRPr kumimoji="1" lang="en-US" altLang="ja-JP" dirty="0"/>
          </a:p>
          <a:p>
            <a:r>
              <a:rPr lang="en-US" altLang="ja-JP" dirty="0" err="1"/>
              <a:t>Serial.write</a:t>
            </a:r>
            <a:r>
              <a:rPr lang="ja-JP" altLang="en-US"/>
              <a:t>で送信．</a:t>
            </a:r>
            <a:endParaRPr lang="en-US" altLang="ja-JP" dirty="0"/>
          </a:p>
          <a:p>
            <a:r>
              <a:rPr lang="en-US" altLang="ja-JP" dirty="0" err="1"/>
              <a:t>sirialEvent</a:t>
            </a:r>
            <a:r>
              <a:rPr lang="en-US" altLang="ja-JP" dirty="0"/>
              <a:t>()</a:t>
            </a:r>
            <a:r>
              <a:rPr lang="ja-JP" altLang="en-US"/>
              <a:t>で受信．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6FDCDA7-DFE6-2BC8-1FFF-7241CF4872EC}"/>
              </a:ext>
            </a:extLst>
          </p:cNvPr>
          <p:cNvSpPr txBox="1"/>
          <p:nvPr/>
        </p:nvSpPr>
        <p:spPr>
          <a:xfrm>
            <a:off x="7852558" y="2721657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・音程</a:t>
            </a:r>
            <a:endParaRPr lang="en-US" altLang="ja-JP" dirty="0"/>
          </a:p>
          <a:p>
            <a:r>
              <a:rPr kumimoji="1" lang="ja-JP" altLang="en-US"/>
              <a:t>・音の長さ</a:t>
            </a:r>
            <a:endParaRPr kumimoji="1" lang="en-US" altLang="ja-JP" dirty="0"/>
          </a:p>
          <a:p>
            <a:r>
              <a:rPr kumimoji="1" lang="ja-JP" altLang="en-US"/>
              <a:t>・テンポ情報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DCE107C-7646-DE87-A308-35CD27FB16D4}"/>
              </a:ext>
            </a:extLst>
          </p:cNvPr>
          <p:cNvSpPr txBox="1"/>
          <p:nvPr/>
        </p:nvSpPr>
        <p:spPr>
          <a:xfrm>
            <a:off x="7559239" y="368615"/>
            <a:ext cx="34802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音程どんな形で送信するのか</a:t>
            </a:r>
            <a:endParaRPr kumimoji="1" lang="en-US" altLang="ja-JP" dirty="0"/>
          </a:p>
          <a:p>
            <a:r>
              <a:rPr lang="ja-JP" altLang="en-US"/>
              <a:t>長さはどうやって処理するのか</a:t>
            </a:r>
            <a:r>
              <a:rPr lang="en-US" altLang="ja-JP" dirty="0"/>
              <a:t>(</a:t>
            </a:r>
            <a:r>
              <a:rPr lang="ja-JP" altLang="en-US"/>
              <a:t>前言ってくれてた前回のテンポを参考に長さを決める</a:t>
            </a:r>
            <a:r>
              <a:rPr lang="en-US" altLang="ja-JP" dirty="0"/>
              <a:t>)</a:t>
            </a:r>
          </a:p>
          <a:p>
            <a:r>
              <a:rPr kumimoji="1" lang="ja-JP" altLang="en-US"/>
              <a:t>楽譜情報は楽器用</a:t>
            </a:r>
            <a:r>
              <a:rPr kumimoji="1" lang="en-US" altLang="ja-JP" dirty="0" err="1"/>
              <a:t>arduino</a:t>
            </a:r>
            <a:r>
              <a:rPr kumimoji="1" lang="ja-JP" altLang="en-US"/>
              <a:t>に入っているためどうやって送信するのか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FB4C482-3308-E51B-08D8-EBC62DFE8C41}"/>
              </a:ext>
            </a:extLst>
          </p:cNvPr>
          <p:cNvSpPr txBox="1"/>
          <p:nvPr/>
        </p:nvSpPr>
        <p:spPr>
          <a:xfrm>
            <a:off x="4593264" y="2849525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R,G,B</a:t>
            </a:r>
            <a:r>
              <a:rPr lang="ja-JP" altLang="en-US"/>
              <a:t>値</a:t>
            </a:r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78D6F38-0876-7F49-1D1D-117BE17C6441}"/>
              </a:ext>
            </a:extLst>
          </p:cNvPr>
          <p:cNvSpPr txBox="1"/>
          <p:nvPr/>
        </p:nvSpPr>
        <p:spPr>
          <a:xfrm>
            <a:off x="2186593" y="2860157"/>
            <a:ext cx="1082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 dirty="0"/>
              <a:t>RBG</a:t>
            </a:r>
            <a:r>
              <a:rPr kumimoji="1" lang="ja-JP" altLang="en-US"/>
              <a:t>の強さ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F4ADB3E-AE2D-CF8C-B5C0-69C55A9B51DA}"/>
              </a:ext>
            </a:extLst>
          </p:cNvPr>
          <p:cNvSpPr txBox="1"/>
          <p:nvPr/>
        </p:nvSpPr>
        <p:spPr>
          <a:xfrm>
            <a:off x="111986" y="368615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どうやって一定間隔で</a:t>
            </a:r>
            <a:endParaRPr kumimoji="1" lang="en-US" altLang="ja-JP" dirty="0"/>
          </a:p>
          <a:p>
            <a:r>
              <a:rPr lang="en-US" altLang="ja-JP" dirty="0"/>
              <a:t>LED</a:t>
            </a:r>
            <a:r>
              <a:rPr lang="ja-JP" altLang="en-US"/>
              <a:t>を光らせるのか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3E778CF-4672-DF37-3B76-806A963E4E4D}"/>
              </a:ext>
            </a:extLst>
          </p:cNvPr>
          <p:cNvSpPr txBox="1"/>
          <p:nvPr/>
        </p:nvSpPr>
        <p:spPr>
          <a:xfrm>
            <a:off x="2909295" y="1414151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点滅色の入れ替わり</a:t>
            </a:r>
            <a:endParaRPr kumimoji="1" lang="en-US" altLang="ja-JP" dirty="0"/>
          </a:p>
          <a:p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109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50A4B-F4BE-0960-A0E3-AC3F6048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通信の方法と内容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A8FF29-5766-2B18-7AB3-0EC1F6CD0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ja-JP" altLang="en-US"/>
              <a:t>指揮者</a:t>
            </a:r>
            <a:r>
              <a:rPr lang="ja-JP" altLang="en-US"/>
              <a:t>用</a:t>
            </a:r>
            <a:r>
              <a:rPr lang="en-US" altLang="ja-JP" dirty="0"/>
              <a:t>Arduino</a:t>
            </a:r>
            <a:r>
              <a:rPr lang="ja-JP" altLang="en-US"/>
              <a:t>と演奏者用</a:t>
            </a:r>
            <a:r>
              <a:rPr lang="en-US" altLang="ja-JP" dirty="0"/>
              <a:t>Arduino</a:t>
            </a:r>
            <a:r>
              <a:rPr lang="ja-JP" altLang="en-US"/>
              <a:t>間の</a:t>
            </a:r>
            <a:r>
              <a:rPr lang="en-US" altLang="ja-JP" dirty="0"/>
              <a:t>LED</a:t>
            </a:r>
            <a:r>
              <a:rPr lang="ja-JP" altLang="en-US"/>
              <a:t>での通信</a:t>
            </a:r>
            <a:endParaRPr lang="en-US" altLang="ja-JP" dirty="0"/>
          </a:p>
          <a:p>
            <a:pPr lvl="1"/>
            <a:r>
              <a:rPr lang="ja-JP" altLang="en-US"/>
              <a:t>指揮者用の</a:t>
            </a:r>
            <a:r>
              <a:rPr lang="en-US" altLang="ja-JP" dirty="0"/>
              <a:t>Arduino</a:t>
            </a:r>
            <a:r>
              <a:rPr lang="ja-JP" altLang="en-US"/>
              <a:t>のフルカラー</a:t>
            </a:r>
            <a:r>
              <a:rPr lang="en-US" altLang="ja-JP" dirty="0"/>
              <a:t>LED</a:t>
            </a:r>
            <a:r>
              <a:rPr lang="ja-JP" altLang="en-US"/>
              <a:t>で色を出力し，演奏者用</a:t>
            </a:r>
            <a:r>
              <a:rPr lang="en-US" altLang="ja-JP" dirty="0"/>
              <a:t>Arduino</a:t>
            </a:r>
            <a:r>
              <a:rPr lang="ja-JP" altLang="en-US"/>
              <a:t>に繋いだカラーセンサで受け取り通信する．</a:t>
            </a:r>
            <a:endParaRPr lang="en-US" altLang="ja-JP" dirty="0"/>
          </a:p>
          <a:p>
            <a:pPr lvl="1"/>
            <a:r>
              <a:rPr lang="ja-JP" altLang="en-US"/>
              <a:t>この時送信する内容はテンポ，誰が次のテンポを受け取った時に始めるかを送る．</a:t>
            </a:r>
            <a:endParaRPr lang="en-US" altLang="ja-JP" dirty="0"/>
          </a:p>
          <a:p>
            <a:r>
              <a:rPr kumimoji="1" lang="ja-JP" altLang="en-US"/>
              <a:t>演奏者用</a:t>
            </a:r>
            <a:r>
              <a:rPr kumimoji="1" lang="en-US" altLang="ja-JP" dirty="0"/>
              <a:t>Arduino</a:t>
            </a:r>
            <a:r>
              <a:rPr kumimoji="1" lang="ja-JP" altLang="en-US"/>
              <a:t>と</a:t>
            </a:r>
            <a:r>
              <a:rPr kumimoji="1" lang="en-US" altLang="ja-JP" dirty="0"/>
              <a:t>Processing</a:t>
            </a:r>
            <a:r>
              <a:rPr kumimoji="1" lang="ja-JP" altLang="en-US"/>
              <a:t>間でのシリアル通信</a:t>
            </a:r>
            <a:endParaRPr kumimoji="1" lang="en-US" altLang="ja-JP" dirty="0"/>
          </a:p>
          <a:p>
            <a:pPr lvl="1"/>
            <a:r>
              <a:rPr lang="ja-JP" altLang="en-US"/>
              <a:t>演奏者</a:t>
            </a:r>
            <a:r>
              <a:rPr lang="en-US" altLang="ja-JP" dirty="0"/>
              <a:t>Arduino</a:t>
            </a:r>
            <a:r>
              <a:rPr lang="ja-JP" altLang="en-US"/>
              <a:t>と</a:t>
            </a:r>
            <a:r>
              <a:rPr lang="en-US" altLang="ja-JP" dirty="0"/>
              <a:t>PC</a:t>
            </a:r>
            <a:r>
              <a:rPr lang="ja-JP" altLang="en-US"/>
              <a:t>を</a:t>
            </a:r>
            <a:r>
              <a:rPr lang="en-US" altLang="ja-JP" dirty="0"/>
              <a:t>USB Type-C</a:t>
            </a:r>
            <a:r>
              <a:rPr lang="ja-JP" altLang="en-US"/>
              <a:t>で接続し，</a:t>
            </a:r>
            <a:r>
              <a:rPr lang="en-US" altLang="ja-JP" dirty="0"/>
              <a:t>Processing</a:t>
            </a:r>
            <a:r>
              <a:rPr lang="ja-JP" altLang="en-US"/>
              <a:t>側で</a:t>
            </a:r>
            <a:r>
              <a:rPr lang="en-US" altLang="ja-JP" dirty="0"/>
              <a:t>Arduino</a:t>
            </a:r>
            <a:r>
              <a:rPr lang="ja-JP" altLang="en-US"/>
              <a:t>のシリアルポートと接続しシリアル通信を行う．</a:t>
            </a:r>
            <a:endParaRPr lang="en-US" altLang="ja-JP" dirty="0"/>
          </a:p>
          <a:p>
            <a:pPr lvl="1"/>
            <a:r>
              <a:rPr lang="en-US" altLang="ja-JP" dirty="0"/>
              <a:t>Arduino</a:t>
            </a:r>
            <a:r>
              <a:rPr lang="ja-JP" altLang="en-US"/>
              <a:t>側は</a:t>
            </a:r>
            <a:r>
              <a:rPr lang="en-US" altLang="ja-JP" dirty="0" err="1"/>
              <a:t>serial.write</a:t>
            </a:r>
            <a:r>
              <a:rPr lang="en-US" altLang="ja-JP" dirty="0"/>
              <a:t>()</a:t>
            </a:r>
            <a:r>
              <a:rPr lang="ja-JP" altLang="en-US"/>
              <a:t>関数を用いてデータを送信し，</a:t>
            </a:r>
            <a:r>
              <a:rPr lang="en-US" altLang="ja-JP" dirty="0"/>
              <a:t>Processing</a:t>
            </a:r>
            <a:r>
              <a:rPr lang="ja-JP" altLang="en-US"/>
              <a:t>側では</a:t>
            </a:r>
            <a:r>
              <a:rPr lang="en-US" altLang="ja-JP" dirty="0"/>
              <a:t>1</a:t>
            </a:r>
            <a:r>
              <a:rPr lang="ja-JP" altLang="en-US"/>
              <a:t>バイトのデータが届いた時に動く</a:t>
            </a:r>
            <a:r>
              <a:rPr lang="en-US" altLang="ja-JP" dirty="0" err="1"/>
              <a:t>serialEvent</a:t>
            </a:r>
            <a:r>
              <a:rPr lang="en-US" altLang="ja-JP" dirty="0"/>
              <a:t>()</a:t>
            </a:r>
            <a:r>
              <a:rPr lang="ja-JP" altLang="en-US"/>
              <a:t>関数を用いて送受信を行う．</a:t>
            </a:r>
            <a:endParaRPr lang="en-US" altLang="ja-JP" dirty="0"/>
          </a:p>
          <a:p>
            <a:pPr lvl="1"/>
            <a:r>
              <a:rPr lang="en-US" altLang="ja-JP" dirty="0"/>
              <a:t>Processing</a:t>
            </a:r>
            <a:r>
              <a:rPr lang="ja-JP" altLang="en-US"/>
              <a:t>へは演奏する音程，長さ，テンポ</a:t>
            </a:r>
            <a:r>
              <a:rPr lang="en-US" altLang="ja-JP" dirty="0"/>
              <a:t>(</a:t>
            </a:r>
            <a:r>
              <a:rPr lang="ja-JP" altLang="en-US"/>
              <a:t>テンポ</a:t>
            </a:r>
            <a:r>
              <a:rPr lang="en-US" altLang="ja-JP" dirty="0"/>
              <a:t>LED</a:t>
            </a:r>
            <a:r>
              <a:rPr lang="ja-JP" altLang="en-US"/>
              <a:t>情報の間隔</a:t>
            </a:r>
            <a:r>
              <a:rPr lang="en-US" altLang="ja-JP" dirty="0"/>
              <a:t>)</a:t>
            </a:r>
            <a:r>
              <a:rPr lang="ja-JP" altLang="en-US"/>
              <a:t>を送る．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6938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3B6125-1FEF-C528-92EE-5CE08972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LED</a:t>
            </a:r>
            <a:r>
              <a:rPr lang="ja-JP" altLang="en-US"/>
              <a:t>ライトの状態ごとに何の信号とするのか</a:t>
            </a:r>
            <a:r>
              <a:rPr lang="en-US" altLang="ja-JP" dirty="0"/>
              <a:t>(</a:t>
            </a:r>
            <a:r>
              <a:rPr lang="ja-JP" altLang="en-US"/>
              <a:t>数値的に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D0DD14-0249-3D7D-C6B2-07BEA9DF2052}"/>
              </a:ext>
            </a:extLst>
          </p:cNvPr>
          <p:cNvSpPr txBox="1"/>
          <p:nvPr/>
        </p:nvSpPr>
        <p:spPr>
          <a:xfrm>
            <a:off x="2041451" y="2198923"/>
            <a:ext cx="56717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・</a:t>
            </a:r>
            <a:r>
              <a:rPr kumimoji="1" lang="ja-JP" altLang="en-US"/>
              <a:t>次のテンポ</a:t>
            </a:r>
            <a:r>
              <a:rPr lang="en-US" altLang="ja-JP" dirty="0"/>
              <a:t>LED</a:t>
            </a:r>
            <a:r>
              <a:rPr lang="ja-JP" altLang="en-US"/>
              <a:t>から曲をスタートする合図</a:t>
            </a:r>
            <a:r>
              <a:rPr lang="en-US" altLang="ja-JP" dirty="0"/>
              <a:t>(</a:t>
            </a:r>
            <a:r>
              <a:rPr lang="ja-JP" altLang="en-US"/>
              <a:t>楽器</a:t>
            </a:r>
            <a:r>
              <a:rPr lang="en-US" altLang="ja-JP" dirty="0"/>
              <a:t>*4)</a:t>
            </a:r>
          </a:p>
          <a:p>
            <a:pPr algn="ctr"/>
            <a:r>
              <a:rPr lang="ja-JP" altLang="en-US"/>
              <a:t>・テンポ用発光</a:t>
            </a:r>
            <a:endParaRPr lang="en-US" altLang="ja-JP" dirty="0"/>
          </a:p>
          <a:p>
            <a:pPr algn="ctr"/>
            <a:r>
              <a:rPr lang="en-US" altLang="ja-JP" dirty="0"/>
              <a:t>5</a:t>
            </a:r>
            <a:r>
              <a:rPr lang="ja-JP" altLang="en-US"/>
              <a:t>種類の</a:t>
            </a:r>
            <a:r>
              <a:rPr lang="en-US" altLang="ja-JP" dirty="0"/>
              <a:t>RGB</a:t>
            </a:r>
            <a:r>
              <a:rPr lang="ja-JP" altLang="en-US"/>
              <a:t>パターン</a:t>
            </a:r>
            <a:r>
              <a:rPr lang="en-US" altLang="ja-JP" dirty="0"/>
              <a:t>?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B53CD8D-E53B-3909-5126-3637F5968B85}"/>
              </a:ext>
            </a:extLst>
          </p:cNvPr>
          <p:cNvSpPr txBox="1"/>
          <p:nvPr/>
        </p:nvSpPr>
        <p:spPr>
          <a:xfrm>
            <a:off x="680485" y="3429000"/>
            <a:ext cx="102072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テンポの取り方</a:t>
            </a:r>
            <a:endParaRPr kumimoji="1" lang="en-US" altLang="ja-JP" dirty="0"/>
          </a:p>
          <a:p>
            <a:r>
              <a:rPr kumimoji="1" lang="ja-JP" altLang="en-US"/>
              <a:t>パルス波的な信号を</a:t>
            </a:r>
            <a:r>
              <a:rPr kumimoji="1" lang="en-US" altLang="ja-JP" dirty="0" err="1"/>
              <a:t>analogRead</a:t>
            </a:r>
            <a:r>
              <a:rPr kumimoji="1" lang="ja-JP" altLang="en-US"/>
              <a:t>で取得．脈拍のように下がる時の最大値を音の大きさとする</a:t>
            </a:r>
            <a:endParaRPr kumimoji="1" lang="en-US" altLang="ja-JP" dirty="0"/>
          </a:p>
          <a:p>
            <a:r>
              <a:rPr lang="ja-JP" altLang="en-US"/>
              <a:t>どうやって電圧値を一瞬だけ上げて下げるか　何かで時間をとってあげてその時間を過ぎたら</a:t>
            </a:r>
            <a:r>
              <a:rPr lang="en-US" altLang="ja-JP" dirty="0"/>
              <a:t>pin</a:t>
            </a:r>
            <a:r>
              <a:rPr lang="ja-JP" altLang="en-US"/>
              <a:t>の電圧を下げればよい．</a:t>
            </a:r>
            <a:r>
              <a:rPr lang="en-US" altLang="ja-JP" dirty="0"/>
              <a:t>(</a:t>
            </a:r>
            <a:r>
              <a:rPr lang="ja-JP" altLang="en-US"/>
              <a:t>外部割り込み使えない</a:t>
            </a:r>
            <a:r>
              <a:rPr lang="en-US" altLang="ja-JP" dirty="0"/>
              <a:t>+loop</a:t>
            </a:r>
            <a:r>
              <a:rPr lang="ja-JP" altLang="en-US"/>
              <a:t>の中の判定式で信号を取得する場合</a:t>
            </a:r>
            <a:r>
              <a:rPr lang="en-US" altLang="ja-JP" dirty="0"/>
              <a:t>.</a:t>
            </a:r>
            <a:r>
              <a:rPr lang="ja-JP" altLang="en-US"/>
              <a:t>短すぎると</a:t>
            </a:r>
            <a:r>
              <a:rPr lang="en-US" altLang="ja-JP" dirty="0" err="1"/>
              <a:t>analogRead</a:t>
            </a:r>
            <a:r>
              <a:rPr lang="ja-JP" altLang="en-US"/>
              <a:t>のタイミングで取り逃がす</a:t>
            </a:r>
            <a:r>
              <a:rPr lang="en-US" altLang="ja-JP" dirty="0"/>
              <a:t> == </a:t>
            </a:r>
            <a:r>
              <a:rPr lang="ja-JP" altLang="en-US"/>
              <a:t>受け取り側の</a:t>
            </a:r>
            <a:r>
              <a:rPr lang="en-US" altLang="ja-JP" dirty="0"/>
              <a:t>1Loop</a:t>
            </a:r>
            <a:r>
              <a:rPr lang="ja-JP" altLang="en-US"/>
              <a:t>以上の長さ</a:t>
            </a:r>
            <a:r>
              <a:rPr lang="en-US" altLang="ja-JP" dirty="0"/>
              <a:t>)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lang="en-US" altLang="ja-JP" dirty="0"/>
              <a:t>(</a:t>
            </a:r>
            <a:r>
              <a:rPr lang="ja-JP" altLang="en-US"/>
              <a:t>赤がテンポで，青緑</a:t>
            </a:r>
            <a:r>
              <a:rPr lang="en-US" altLang="ja-JP" dirty="0"/>
              <a:t>00</a:t>
            </a:r>
            <a:r>
              <a:rPr lang="ja-JP" altLang="en-US"/>
              <a:t>以外のサンパターンはできる</a:t>
            </a:r>
            <a:r>
              <a:rPr lang="en-US" altLang="ja-JP" dirty="0"/>
              <a:t>)</a:t>
            </a:r>
            <a:r>
              <a:rPr lang="ja-JP" altLang="en-US"/>
              <a:t>ここ確認したい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C28D3C-2F0E-9C0A-3B53-0936503B0749}"/>
              </a:ext>
            </a:extLst>
          </p:cNvPr>
          <p:cNvSpPr txBox="1"/>
          <p:nvPr/>
        </p:nvSpPr>
        <p:spPr>
          <a:xfrm>
            <a:off x="7422264" y="1287375"/>
            <a:ext cx="4899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外部割り込みは</a:t>
            </a:r>
            <a:r>
              <a:rPr kumimoji="1" lang="en-US" altLang="ja-JP" dirty="0"/>
              <a:t>LOW, CHANGE, RISING </a:t>
            </a:r>
          </a:p>
          <a:p>
            <a:r>
              <a:rPr lang="en-US" altLang="ja-JP" dirty="0"/>
              <a:t>FALLING</a:t>
            </a:r>
            <a:r>
              <a:rPr lang="ja-JP" altLang="en-US"/>
              <a:t>のときだけ発生させられる．</a:t>
            </a:r>
            <a:endParaRPr lang="en-US" altLang="ja-JP" dirty="0"/>
          </a:p>
          <a:p>
            <a:r>
              <a:rPr kumimoji="1" lang="ja-JP" altLang="en-US"/>
              <a:t>そのため，</a:t>
            </a:r>
            <a:r>
              <a:rPr kumimoji="1" lang="en-US" altLang="ja-JP" dirty="0" err="1"/>
              <a:t>analogRead</a:t>
            </a:r>
            <a:r>
              <a:rPr kumimoji="1" lang="ja-JP" altLang="en-US"/>
              <a:t>で取得するから無理．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E273373-BA09-E341-A16C-8A2879259FD5}"/>
              </a:ext>
            </a:extLst>
          </p:cNvPr>
          <p:cNvSpPr txBox="1"/>
          <p:nvPr/>
        </p:nvSpPr>
        <p:spPr>
          <a:xfrm>
            <a:off x="838200" y="6136404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アナログかデジタルか．どういう状態をどのパターンとするか</a:t>
            </a:r>
          </a:p>
        </p:txBody>
      </p:sp>
    </p:spTree>
    <p:extLst>
      <p:ext uri="{BB962C8B-B14F-4D97-AF65-F5344CB8AC3E}">
        <p14:creationId xmlns:p14="http://schemas.microsoft.com/office/powerpoint/2010/main" val="420156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54A3CB-4A36-D2D7-6D26-8DF5D2BF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発表来週　計画発表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8B4507-D6E8-2777-32F3-703AB47C6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題目申請</a:t>
            </a:r>
            <a:r>
              <a:rPr kumimoji="1" lang="en-US" altLang="ja-JP" dirty="0"/>
              <a:t> </a:t>
            </a:r>
            <a:r>
              <a:rPr kumimoji="1" lang="ja-JP" altLang="en-US"/>
              <a:t>今日</a:t>
            </a:r>
            <a:r>
              <a:rPr kumimoji="1" lang="en-US" altLang="ja-JP" dirty="0"/>
              <a:t>17:00</a:t>
            </a:r>
            <a:r>
              <a:rPr kumimoji="1" lang="ja-JP" altLang="en-US"/>
              <a:t>まで</a:t>
            </a:r>
            <a:endParaRPr kumimoji="1" lang="en-US" altLang="ja-JP" dirty="0"/>
          </a:p>
          <a:p>
            <a:r>
              <a:rPr lang="ja-JP" altLang="en-US" b="1"/>
              <a:t>計画発表</a:t>
            </a:r>
            <a:r>
              <a:rPr lang="en-US" altLang="ja-JP" b="1" dirty="0"/>
              <a:t>: </a:t>
            </a:r>
            <a:r>
              <a:rPr lang="ja-JP" altLang="en-US" b="1"/>
              <a:t>題目申請</a:t>
            </a:r>
            <a:r>
              <a:rPr lang="en-US" altLang="ja-JP" b="1" dirty="0"/>
              <a:t> </a:t>
            </a:r>
            <a:r>
              <a:rPr lang="ja-JP" altLang="en-US" b="1"/>
              <a:t>来週の計画書，設計書は全て同じ題目</a:t>
            </a:r>
            <a:r>
              <a:rPr lang="en-US" altLang="ja-JP" b="1" dirty="0"/>
              <a:t>(</a:t>
            </a:r>
            <a:r>
              <a:rPr lang="ja-JP" altLang="en-US" b="1"/>
              <a:t>タイトルにする</a:t>
            </a:r>
            <a:r>
              <a:rPr lang="en-US" altLang="ja-JP" b="1" dirty="0"/>
              <a:t>) 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61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CE9DB7-6A0D-F46F-F743-8BBFCF97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役割分担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C9CA14B-A62E-AEBA-A3CA-6152D2CFF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システムの役割分担</a:t>
            </a:r>
            <a:endParaRPr kumimoji="1" lang="en-US" altLang="ja-JP" dirty="0"/>
          </a:p>
          <a:p>
            <a:r>
              <a:rPr lang="ja-JP" altLang="en-US"/>
              <a:t>単体，結合テスト，システムテスト</a:t>
            </a:r>
            <a:endParaRPr lang="en-US" altLang="ja-JP" dirty="0"/>
          </a:p>
          <a:p>
            <a:r>
              <a:rPr lang="ja-JP" altLang="en-US"/>
              <a:t>結合テストで作成できたものが動くのかのテスト</a:t>
            </a:r>
            <a:r>
              <a:rPr lang="en-US" altLang="ja-JP" dirty="0"/>
              <a:t>(</a:t>
            </a:r>
            <a:r>
              <a:rPr lang="ja-JP" altLang="en-US"/>
              <a:t>毎週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61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90775-1AEE-3A74-10DD-34F0E01AC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必要な機材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7B6E16-48EF-E2E5-C097-537CFDEAA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どの構成要素・役割に何が必要かまとめる</a:t>
            </a:r>
            <a:endParaRPr kumimoji="1" lang="en-US" altLang="ja-JP" dirty="0"/>
          </a:p>
          <a:p>
            <a:r>
              <a:rPr kumimoji="1" lang="ja-JP" altLang="en-US"/>
              <a:t>全てで共通のもの</a:t>
            </a:r>
            <a:endParaRPr kumimoji="1" lang="en-US" altLang="ja-JP" dirty="0"/>
          </a:p>
          <a:p>
            <a:r>
              <a:rPr kumimoji="1" lang="en-US" altLang="ja-JP" dirty="0"/>
              <a:t>Arduino *5 </a:t>
            </a:r>
          </a:p>
          <a:p>
            <a:r>
              <a:rPr lang="ja-JP" altLang="en-US"/>
              <a:t>ブレッドボード</a:t>
            </a:r>
            <a:endParaRPr lang="en-US" altLang="ja-JP" dirty="0"/>
          </a:p>
          <a:p>
            <a:r>
              <a:rPr kumimoji="1" lang="en-US" altLang="ja-JP" dirty="0"/>
              <a:t>PC processing</a:t>
            </a:r>
            <a:r>
              <a:rPr lang="en-US" altLang="ja-JP" dirty="0"/>
              <a:t>..</a:t>
            </a:r>
          </a:p>
          <a:p>
            <a:r>
              <a:rPr kumimoji="1" lang="ja-JP" altLang="en-US"/>
              <a:t>指揮者に必要なもの</a:t>
            </a:r>
            <a:endParaRPr kumimoji="1" lang="en-US" altLang="ja-JP" dirty="0"/>
          </a:p>
          <a:p>
            <a:r>
              <a:rPr lang="ja-JP" altLang="en-US"/>
              <a:t>演奏者に必要なもの</a:t>
            </a:r>
            <a:endParaRPr kumimoji="1" lang="en-US" altLang="ja-JP" dirty="0"/>
          </a:p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03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572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</TotalTime>
  <Words>561</Words>
  <Application>Microsoft Macintosh PowerPoint</Application>
  <PresentationFormat>ワイド画面</PresentationFormat>
  <Paragraphs>58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通信の方法と内容</vt:lpstr>
      <vt:lpstr>LEDライトの状態ごとに何の信号とするのか(数値的に)</vt:lpstr>
      <vt:lpstr>発表来週　計画発表</vt:lpstr>
      <vt:lpstr>役割分担</vt:lpstr>
      <vt:lpstr>必要な機材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三芝　空音</dc:creator>
  <cp:lastModifiedBy>三芝　空音</cp:lastModifiedBy>
  <cp:revision>6</cp:revision>
  <dcterms:created xsi:type="dcterms:W3CDTF">2026-05-12T01:34:18Z</dcterms:created>
  <dcterms:modified xsi:type="dcterms:W3CDTF">2026-05-14T12:06:19Z</dcterms:modified>
</cp:coreProperties>
</file>