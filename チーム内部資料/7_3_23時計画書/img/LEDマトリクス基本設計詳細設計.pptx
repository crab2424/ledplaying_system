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A59C11-F1C0-B94F-BD9F-350E7A431CFA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kumimoji="1" lang="ja-JP" altLang="en-US"/>
        </a:p>
      </dgm:t>
    </dgm:pt>
    <dgm:pt modelId="{389DFD67-BA43-1843-9227-FDF7CA5509D6}">
      <dgm:prSet phldrT="[テキスト]"/>
      <dgm:spPr/>
      <dgm:t>
        <a:bodyPr/>
        <a:lstStyle/>
        <a:p>
          <a:r>
            <a:rPr kumimoji="1" lang="ja-JP" altLang="en-US"/>
            <a:t>エンターテイメントとしての</a:t>
          </a:r>
          <a:endParaRPr kumimoji="1" lang="en-US" altLang="ja-JP" dirty="0"/>
        </a:p>
        <a:p>
          <a:r>
            <a:rPr kumimoji="1" lang="en-US" altLang="ja-JP" dirty="0"/>
            <a:t>LED</a:t>
          </a:r>
          <a:r>
            <a:rPr kumimoji="1" lang="ja-JP" altLang="en-US"/>
            <a:t>マトリクス</a:t>
          </a:r>
        </a:p>
      </dgm:t>
    </dgm:pt>
    <dgm:pt modelId="{586C2F82-C377-5447-BFAA-EEE96A569999}" type="parTrans" cxnId="{F7995009-BFC1-F74C-872A-AF488346DFBD}">
      <dgm:prSet/>
      <dgm:spPr/>
      <dgm:t>
        <a:bodyPr/>
        <a:lstStyle/>
        <a:p>
          <a:endParaRPr kumimoji="1" lang="ja-JP" altLang="en-US"/>
        </a:p>
      </dgm:t>
    </dgm:pt>
    <dgm:pt modelId="{C9EA1DD0-480D-CB41-9E08-2BC6F88F9655}" type="sibTrans" cxnId="{F7995009-BFC1-F74C-872A-AF488346DFBD}">
      <dgm:prSet/>
      <dgm:spPr/>
      <dgm:t>
        <a:bodyPr/>
        <a:lstStyle/>
        <a:p>
          <a:endParaRPr kumimoji="1" lang="ja-JP" altLang="en-US"/>
        </a:p>
      </dgm:t>
    </dgm:pt>
    <dgm:pt modelId="{EC63B5EF-A196-1647-9738-6805EB60DB0F}">
      <dgm:prSet/>
      <dgm:spPr/>
      <dgm:t>
        <a:bodyPr/>
        <a:lstStyle/>
        <a:p>
          <a:r>
            <a:rPr kumimoji="1" lang="en-US" altLang="ja-JP" dirty="0"/>
            <a:t>Processing</a:t>
          </a:r>
          <a:r>
            <a:rPr kumimoji="1" lang="ja-JP" altLang="en-US"/>
            <a:t>での楽器選択</a:t>
          </a:r>
        </a:p>
      </dgm:t>
    </dgm:pt>
    <dgm:pt modelId="{682ACBBD-E62B-9D44-8BC5-A5C1F898B962}" type="parTrans" cxnId="{203C955D-8BE0-2745-923C-5C2B33E40158}">
      <dgm:prSet/>
      <dgm:spPr/>
      <dgm:t>
        <a:bodyPr/>
        <a:lstStyle/>
        <a:p>
          <a:endParaRPr kumimoji="1" lang="ja-JP" altLang="en-US"/>
        </a:p>
      </dgm:t>
    </dgm:pt>
    <dgm:pt modelId="{54AD243B-3742-7D44-A99A-1344D59C2BE4}" type="sibTrans" cxnId="{203C955D-8BE0-2745-923C-5C2B33E40158}">
      <dgm:prSet/>
      <dgm:spPr/>
      <dgm:t>
        <a:bodyPr/>
        <a:lstStyle/>
        <a:p>
          <a:endParaRPr kumimoji="1" lang="ja-JP" altLang="en-US"/>
        </a:p>
      </dgm:t>
    </dgm:pt>
    <dgm:pt modelId="{C91CB1D7-F76E-0447-9B95-0C946D59C7E1}">
      <dgm:prSet phldrT="[テキスト]"/>
      <dgm:spPr/>
      <dgm:t>
        <a:bodyPr/>
        <a:lstStyle/>
        <a:p>
          <a:r>
            <a:rPr kumimoji="1" lang="ja-JP" altLang="en-US"/>
            <a:t>演奏中マトリクス</a:t>
          </a:r>
          <a:endParaRPr kumimoji="1" lang="en-US" altLang="ja-JP" dirty="0"/>
        </a:p>
        <a:p>
          <a:r>
            <a:rPr kumimoji="1" lang="ja-JP" altLang="en-US"/>
            <a:t>表示選択</a:t>
          </a:r>
        </a:p>
      </dgm:t>
    </dgm:pt>
    <dgm:pt modelId="{454AFC57-159D-C24E-AF3D-803AC3B3E571}" type="parTrans" cxnId="{8B8AC54F-4F66-2B4E-AD51-02B17F4FAD5D}">
      <dgm:prSet/>
      <dgm:spPr/>
      <dgm:t>
        <a:bodyPr/>
        <a:lstStyle/>
        <a:p>
          <a:endParaRPr kumimoji="1" lang="ja-JP" altLang="en-US"/>
        </a:p>
      </dgm:t>
    </dgm:pt>
    <dgm:pt modelId="{CC239480-14B0-B14A-AF9C-A060947BEAEE}" type="sibTrans" cxnId="{8B8AC54F-4F66-2B4E-AD51-02B17F4FAD5D}">
      <dgm:prSet/>
      <dgm:spPr/>
      <dgm:t>
        <a:bodyPr/>
        <a:lstStyle/>
        <a:p>
          <a:endParaRPr kumimoji="1" lang="ja-JP" altLang="en-US"/>
        </a:p>
      </dgm:t>
    </dgm:pt>
    <dgm:pt modelId="{4B6030A5-A7BD-0549-88C6-115842D8349D}">
      <dgm:prSet phldrT="[テキスト]"/>
      <dgm:spPr/>
      <dgm:t>
        <a:bodyPr/>
        <a:lstStyle/>
        <a:p>
          <a:pPr>
            <a:buNone/>
          </a:pPr>
          <a:r>
            <a:rPr kumimoji="1" lang="ja-JP" altLang="en-US"/>
            <a:t>演奏箇所の音程表示</a:t>
          </a:r>
        </a:p>
      </dgm:t>
    </dgm:pt>
    <dgm:pt modelId="{858FCB11-A9BA-E445-8857-7A109733D0F2}" type="parTrans" cxnId="{EB6C69B4-DA24-2E47-B739-6188FED9B047}">
      <dgm:prSet/>
      <dgm:spPr/>
      <dgm:t>
        <a:bodyPr/>
        <a:lstStyle/>
        <a:p>
          <a:endParaRPr kumimoji="1" lang="ja-JP" altLang="en-US"/>
        </a:p>
      </dgm:t>
    </dgm:pt>
    <dgm:pt modelId="{9A136A72-A9E9-CD45-8C23-B3656640B7CD}" type="sibTrans" cxnId="{EB6C69B4-DA24-2E47-B739-6188FED9B047}">
      <dgm:prSet/>
      <dgm:spPr/>
      <dgm:t>
        <a:bodyPr/>
        <a:lstStyle/>
        <a:p>
          <a:endParaRPr kumimoji="1" lang="ja-JP" altLang="en-US"/>
        </a:p>
      </dgm:t>
    </dgm:pt>
    <dgm:pt modelId="{231F6DEF-0B4C-3E4E-9FA0-F6BE480D2E3C}">
      <dgm:prSet phldrT="[テキスト]"/>
      <dgm:spPr/>
      <dgm:t>
        <a:bodyPr/>
        <a:lstStyle/>
        <a:p>
          <a:r>
            <a:rPr kumimoji="1" lang="ja-JP" altLang="en-US"/>
            <a:t>演奏楽器の表示</a:t>
          </a:r>
        </a:p>
      </dgm:t>
    </dgm:pt>
    <dgm:pt modelId="{BCE468DE-E08E-FA49-91BB-16BBFC25F4D8}" type="parTrans" cxnId="{462A87F3-CFB3-D34E-9382-ACD370837C6F}">
      <dgm:prSet/>
      <dgm:spPr/>
      <dgm:t>
        <a:bodyPr/>
        <a:lstStyle/>
        <a:p>
          <a:endParaRPr kumimoji="1" lang="ja-JP" altLang="en-US"/>
        </a:p>
      </dgm:t>
    </dgm:pt>
    <dgm:pt modelId="{6D367E09-1DAC-874E-8056-0FCDFC39E891}" type="sibTrans" cxnId="{462A87F3-CFB3-D34E-9382-ACD370837C6F}">
      <dgm:prSet/>
      <dgm:spPr/>
      <dgm:t>
        <a:bodyPr/>
        <a:lstStyle/>
        <a:p>
          <a:endParaRPr kumimoji="1" lang="ja-JP" altLang="en-US"/>
        </a:p>
      </dgm:t>
    </dgm:pt>
    <dgm:pt modelId="{49ADF820-96B6-E746-B580-6A5954A9295B}">
      <dgm:prSet phldrT="[テキスト]"/>
      <dgm:spPr/>
      <dgm:t>
        <a:bodyPr/>
        <a:lstStyle/>
        <a:p>
          <a:pPr>
            <a:buNone/>
          </a:pPr>
          <a:r>
            <a:rPr kumimoji="1" lang="ja-JP" altLang="en-US"/>
            <a:t>演奏箇所の歌詞の表示</a:t>
          </a:r>
        </a:p>
      </dgm:t>
    </dgm:pt>
    <dgm:pt modelId="{EB137234-1DE1-8443-9E0E-0CA9E2D974E9}" type="parTrans" cxnId="{DFD4AEF2-E34F-BA44-948A-8616FB51A0DF}">
      <dgm:prSet/>
      <dgm:spPr/>
      <dgm:t>
        <a:bodyPr/>
        <a:lstStyle/>
        <a:p>
          <a:endParaRPr kumimoji="1" lang="ja-JP" altLang="en-US"/>
        </a:p>
      </dgm:t>
    </dgm:pt>
    <dgm:pt modelId="{E0672DCB-CF96-454A-A2F9-699C2C6EF97F}" type="sibTrans" cxnId="{DFD4AEF2-E34F-BA44-948A-8616FB51A0DF}">
      <dgm:prSet/>
      <dgm:spPr/>
      <dgm:t>
        <a:bodyPr/>
        <a:lstStyle/>
        <a:p>
          <a:endParaRPr kumimoji="1" lang="ja-JP" altLang="en-US"/>
        </a:p>
      </dgm:t>
    </dgm:pt>
    <dgm:pt modelId="{84A13771-208A-D543-BDDB-6762E38AB5AB}" type="pres">
      <dgm:prSet presAssocID="{62A59C11-F1C0-B94F-BD9F-350E7A431CF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57379CB-85A0-7146-ABCC-E7615418BBDB}" type="pres">
      <dgm:prSet presAssocID="{389DFD67-BA43-1843-9227-FDF7CA5509D6}" presName="hierRoot1" presStyleCnt="0">
        <dgm:presLayoutVars>
          <dgm:hierBranch val="init"/>
        </dgm:presLayoutVars>
      </dgm:prSet>
      <dgm:spPr/>
    </dgm:pt>
    <dgm:pt modelId="{E5DB8BE5-3795-9E4E-A3AE-4E33B7D40741}" type="pres">
      <dgm:prSet presAssocID="{389DFD67-BA43-1843-9227-FDF7CA5509D6}" presName="rootComposite1" presStyleCnt="0"/>
      <dgm:spPr/>
    </dgm:pt>
    <dgm:pt modelId="{E2ED0D14-11AC-7244-9B90-521737AD2DCF}" type="pres">
      <dgm:prSet presAssocID="{389DFD67-BA43-1843-9227-FDF7CA5509D6}" presName="rootText1" presStyleLbl="node0" presStyleIdx="0" presStyleCnt="1" custScaleX="142880">
        <dgm:presLayoutVars>
          <dgm:chPref val="3"/>
        </dgm:presLayoutVars>
      </dgm:prSet>
      <dgm:spPr/>
    </dgm:pt>
    <dgm:pt modelId="{8D0A8216-9BB2-434C-A11D-DCBE30FA9C7E}" type="pres">
      <dgm:prSet presAssocID="{389DFD67-BA43-1843-9227-FDF7CA5509D6}" presName="rootConnector1" presStyleLbl="node1" presStyleIdx="0" presStyleCnt="0"/>
      <dgm:spPr/>
    </dgm:pt>
    <dgm:pt modelId="{37DB300C-EC39-E244-AEE6-DFBD53C9C05F}" type="pres">
      <dgm:prSet presAssocID="{389DFD67-BA43-1843-9227-FDF7CA5509D6}" presName="hierChild2" presStyleCnt="0"/>
      <dgm:spPr/>
    </dgm:pt>
    <dgm:pt modelId="{36E98C6B-0F99-D847-B7E3-A8AC556B9B79}" type="pres">
      <dgm:prSet presAssocID="{454AFC57-159D-C24E-AF3D-803AC3B3E571}" presName="Name37" presStyleLbl="parChTrans1D2" presStyleIdx="0" presStyleCnt="2"/>
      <dgm:spPr/>
    </dgm:pt>
    <dgm:pt modelId="{D285BB60-30FF-9D45-A65F-E8E2B2CDF509}" type="pres">
      <dgm:prSet presAssocID="{C91CB1D7-F76E-0447-9B95-0C946D59C7E1}" presName="hierRoot2" presStyleCnt="0">
        <dgm:presLayoutVars>
          <dgm:hierBranch val="init"/>
        </dgm:presLayoutVars>
      </dgm:prSet>
      <dgm:spPr/>
    </dgm:pt>
    <dgm:pt modelId="{0963BC96-B3B1-284F-AE57-B55F24543556}" type="pres">
      <dgm:prSet presAssocID="{C91CB1D7-F76E-0447-9B95-0C946D59C7E1}" presName="rootComposite" presStyleCnt="0"/>
      <dgm:spPr/>
    </dgm:pt>
    <dgm:pt modelId="{AF509E4E-B352-A547-BFFD-25F823398D27}" type="pres">
      <dgm:prSet presAssocID="{C91CB1D7-F76E-0447-9B95-0C946D59C7E1}" presName="rootText" presStyleLbl="node2" presStyleIdx="0" presStyleCnt="2" custLinFactNeighborX="-177" custLinFactNeighborY="-1002">
        <dgm:presLayoutVars>
          <dgm:chPref val="3"/>
        </dgm:presLayoutVars>
      </dgm:prSet>
      <dgm:spPr/>
    </dgm:pt>
    <dgm:pt modelId="{E4203558-B509-1C48-B081-565761BD07D4}" type="pres">
      <dgm:prSet presAssocID="{C91CB1D7-F76E-0447-9B95-0C946D59C7E1}" presName="rootConnector" presStyleLbl="node2" presStyleIdx="0" presStyleCnt="2"/>
      <dgm:spPr/>
    </dgm:pt>
    <dgm:pt modelId="{560A996C-E7CB-D344-BE37-E5356A586DD9}" type="pres">
      <dgm:prSet presAssocID="{C91CB1D7-F76E-0447-9B95-0C946D59C7E1}" presName="hierChild4" presStyleCnt="0"/>
      <dgm:spPr/>
    </dgm:pt>
    <dgm:pt modelId="{001D628A-9327-744C-89E5-0AFFDFAC274B}" type="pres">
      <dgm:prSet presAssocID="{858FCB11-A9BA-E445-8857-7A109733D0F2}" presName="Name37" presStyleLbl="parChTrans1D3" presStyleIdx="0" presStyleCnt="3"/>
      <dgm:spPr/>
    </dgm:pt>
    <dgm:pt modelId="{FA3E19F1-4420-9641-B4A7-116D333F89F2}" type="pres">
      <dgm:prSet presAssocID="{4B6030A5-A7BD-0549-88C6-115842D8349D}" presName="hierRoot2" presStyleCnt="0">
        <dgm:presLayoutVars>
          <dgm:hierBranch val="init"/>
        </dgm:presLayoutVars>
      </dgm:prSet>
      <dgm:spPr/>
    </dgm:pt>
    <dgm:pt modelId="{F67843BC-D6BE-E044-82A3-0CB21EEF5539}" type="pres">
      <dgm:prSet presAssocID="{4B6030A5-A7BD-0549-88C6-115842D8349D}" presName="rootComposite" presStyleCnt="0"/>
      <dgm:spPr/>
    </dgm:pt>
    <dgm:pt modelId="{643D98BA-5C3F-A64E-B13A-1598F29FDFEF}" type="pres">
      <dgm:prSet presAssocID="{4B6030A5-A7BD-0549-88C6-115842D8349D}" presName="rootText" presStyleLbl="node3" presStyleIdx="0" presStyleCnt="3" custLinFactNeighborX="-2000" custLinFactNeighborY="1622">
        <dgm:presLayoutVars>
          <dgm:chPref val="3"/>
        </dgm:presLayoutVars>
      </dgm:prSet>
      <dgm:spPr/>
    </dgm:pt>
    <dgm:pt modelId="{E9A4F63D-536A-8744-882A-76BD1FFB5FF7}" type="pres">
      <dgm:prSet presAssocID="{4B6030A5-A7BD-0549-88C6-115842D8349D}" presName="rootConnector" presStyleLbl="node3" presStyleIdx="0" presStyleCnt="3"/>
      <dgm:spPr/>
    </dgm:pt>
    <dgm:pt modelId="{C3E04F0C-E604-B144-9DB8-4128B4CEDB00}" type="pres">
      <dgm:prSet presAssocID="{4B6030A5-A7BD-0549-88C6-115842D8349D}" presName="hierChild4" presStyleCnt="0"/>
      <dgm:spPr/>
    </dgm:pt>
    <dgm:pt modelId="{495B7646-80D5-9D4F-AC34-34617D54961B}" type="pres">
      <dgm:prSet presAssocID="{4B6030A5-A7BD-0549-88C6-115842D8349D}" presName="hierChild5" presStyleCnt="0"/>
      <dgm:spPr/>
    </dgm:pt>
    <dgm:pt modelId="{6B51E222-AEC2-A347-94C0-BDC105473965}" type="pres">
      <dgm:prSet presAssocID="{EB137234-1DE1-8443-9E0E-0CA9E2D974E9}" presName="Name37" presStyleLbl="parChTrans1D3" presStyleIdx="1" presStyleCnt="3"/>
      <dgm:spPr/>
    </dgm:pt>
    <dgm:pt modelId="{FB615B32-9249-484D-B26E-68553C0DCDA9}" type="pres">
      <dgm:prSet presAssocID="{49ADF820-96B6-E746-B580-6A5954A9295B}" presName="hierRoot2" presStyleCnt="0">
        <dgm:presLayoutVars>
          <dgm:hierBranch val="init"/>
        </dgm:presLayoutVars>
      </dgm:prSet>
      <dgm:spPr/>
    </dgm:pt>
    <dgm:pt modelId="{AA2F03EA-B181-4943-BEC2-AF04367E24D1}" type="pres">
      <dgm:prSet presAssocID="{49ADF820-96B6-E746-B580-6A5954A9295B}" presName="rootComposite" presStyleCnt="0"/>
      <dgm:spPr/>
    </dgm:pt>
    <dgm:pt modelId="{E9BC2586-0AB4-2745-9DDA-4D8FAECDE925}" type="pres">
      <dgm:prSet presAssocID="{49ADF820-96B6-E746-B580-6A5954A9295B}" presName="rootText" presStyleLbl="node3" presStyleIdx="1" presStyleCnt="3" custLinFactX="-25114" custLinFactY="-40434" custLinFactNeighborX="-100000" custLinFactNeighborY="-100000">
        <dgm:presLayoutVars>
          <dgm:chPref val="3"/>
        </dgm:presLayoutVars>
      </dgm:prSet>
      <dgm:spPr/>
    </dgm:pt>
    <dgm:pt modelId="{32A8EBEF-18EA-434D-BDB7-AC3CA5ED8237}" type="pres">
      <dgm:prSet presAssocID="{49ADF820-96B6-E746-B580-6A5954A9295B}" presName="rootConnector" presStyleLbl="node3" presStyleIdx="1" presStyleCnt="3"/>
      <dgm:spPr/>
    </dgm:pt>
    <dgm:pt modelId="{D707008D-E18C-0144-B9EA-35159F71BF5C}" type="pres">
      <dgm:prSet presAssocID="{49ADF820-96B6-E746-B580-6A5954A9295B}" presName="hierChild4" presStyleCnt="0"/>
      <dgm:spPr/>
    </dgm:pt>
    <dgm:pt modelId="{765D4B12-D3DE-3648-8365-8B34C96C21D9}" type="pres">
      <dgm:prSet presAssocID="{49ADF820-96B6-E746-B580-6A5954A9295B}" presName="hierChild5" presStyleCnt="0"/>
      <dgm:spPr/>
    </dgm:pt>
    <dgm:pt modelId="{3929DC51-E0C2-BB49-8876-B99DBD096F5A}" type="pres">
      <dgm:prSet presAssocID="{C91CB1D7-F76E-0447-9B95-0C946D59C7E1}" presName="hierChild5" presStyleCnt="0"/>
      <dgm:spPr/>
    </dgm:pt>
    <dgm:pt modelId="{DE1BFC63-AACF-6F43-8CE9-96CD436C2DE7}" type="pres">
      <dgm:prSet presAssocID="{BCE468DE-E08E-FA49-91BB-16BBFC25F4D8}" presName="Name37" presStyleLbl="parChTrans1D2" presStyleIdx="1" presStyleCnt="2"/>
      <dgm:spPr/>
    </dgm:pt>
    <dgm:pt modelId="{D33067C9-871D-4741-B9BF-0923CDF30FB9}" type="pres">
      <dgm:prSet presAssocID="{231F6DEF-0B4C-3E4E-9FA0-F6BE480D2E3C}" presName="hierRoot2" presStyleCnt="0">
        <dgm:presLayoutVars>
          <dgm:hierBranch val="init"/>
        </dgm:presLayoutVars>
      </dgm:prSet>
      <dgm:spPr/>
    </dgm:pt>
    <dgm:pt modelId="{2387BF1E-9140-824D-B72E-A0292D5E0AA2}" type="pres">
      <dgm:prSet presAssocID="{231F6DEF-0B4C-3E4E-9FA0-F6BE480D2E3C}" presName="rootComposite" presStyleCnt="0"/>
      <dgm:spPr/>
    </dgm:pt>
    <dgm:pt modelId="{641E588F-3138-894F-8381-03A4B3834FBF}" type="pres">
      <dgm:prSet presAssocID="{231F6DEF-0B4C-3E4E-9FA0-F6BE480D2E3C}" presName="rootText" presStyleLbl="node2" presStyleIdx="1" presStyleCnt="2" custLinFactNeighborX="19341" custLinFactNeighborY="-931">
        <dgm:presLayoutVars>
          <dgm:chPref val="3"/>
        </dgm:presLayoutVars>
      </dgm:prSet>
      <dgm:spPr/>
    </dgm:pt>
    <dgm:pt modelId="{CF01ADBF-8CCD-6740-8B78-95D7F232C9BD}" type="pres">
      <dgm:prSet presAssocID="{231F6DEF-0B4C-3E4E-9FA0-F6BE480D2E3C}" presName="rootConnector" presStyleLbl="node2" presStyleIdx="1" presStyleCnt="2"/>
      <dgm:spPr/>
    </dgm:pt>
    <dgm:pt modelId="{39C99CC4-88BC-FE41-8EAB-7D05BBF18BA6}" type="pres">
      <dgm:prSet presAssocID="{231F6DEF-0B4C-3E4E-9FA0-F6BE480D2E3C}" presName="hierChild4" presStyleCnt="0"/>
      <dgm:spPr/>
    </dgm:pt>
    <dgm:pt modelId="{4BC3F895-F18D-C348-A915-4D25A716F2FC}" type="pres">
      <dgm:prSet presAssocID="{682ACBBD-E62B-9D44-8BC5-A5C1F898B962}" presName="Name37" presStyleLbl="parChTrans1D3" presStyleIdx="2" presStyleCnt="3"/>
      <dgm:spPr/>
    </dgm:pt>
    <dgm:pt modelId="{6BA15D05-55A6-F241-9417-7A9633425BA1}" type="pres">
      <dgm:prSet presAssocID="{EC63B5EF-A196-1647-9738-6805EB60DB0F}" presName="hierRoot2" presStyleCnt="0">
        <dgm:presLayoutVars>
          <dgm:hierBranch val="init"/>
        </dgm:presLayoutVars>
      </dgm:prSet>
      <dgm:spPr/>
    </dgm:pt>
    <dgm:pt modelId="{D2AC524D-2620-A545-B248-8E95D3A3A4DB}" type="pres">
      <dgm:prSet presAssocID="{EC63B5EF-A196-1647-9738-6805EB60DB0F}" presName="rootComposite" presStyleCnt="0"/>
      <dgm:spPr/>
    </dgm:pt>
    <dgm:pt modelId="{F597D165-9003-5E44-A4F2-8C55D95D61AD}" type="pres">
      <dgm:prSet presAssocID="{EC63B5EF-A196-1647-9738-6805EB60DB0F}" presName="rootText" presStyleLbl="node3" presStyleIdx="2" presStyleCnt="3" custLinFactNeighborX="75404" custLinFactNeighborY="-23273">
        <dgm:presLayoutVars>
          <dgm:chPref val="3"/>
        </dgm:presLayoutVars>
      </dgm:prSet>
      <dgm:spPr/>
    </dgm:pt>
    <dgm:pt modelId="{AC764DCF-8D1B-8B48-9EA7-15BA06124B8D}" type="pres">
      <dgm:prSet presAssocID="{EC63B5EF-A196-1647-9738-6805EB60DB0F}" presName="rootConnector" presStyleLbl="node3" presStyleIdx="2" presStyleCnt="3"/>
      <dgm:spPr/>
    </dgm:pt>
    <dgm:pt modelId="{BF8BAF48-7C65-E140-A6BE-10A5D1AA80AF}" type="pres">
      <dgm:prSet presAssocID="{EC63B5EF-A196-1647-9738-6805EB60DB0F}" presName="hierChild4" presStyleCnt="0"/>
      <dgm:spPr/>
    </dgm:pt>
    <dgm:pt modelId="{73389DB3-EBC2-7947-BB69-BBE6904FE9B5}" type="pres">
      <dgm:prSet presAssocID="{EC63B5EF-A196-1647-9738-6805EB60DB0F}" presName="hierChild5" presStyleCnt="0"/>
      <dgm:spPr/>
    </dgm:pt>
    <dgm:pt modelId="{C8895DDF-B46D-FD41-BF2D-3A290DB6D8F6}" type="pres">
      <dgm:prSet presAssocID="{231F6DEF-0B4C-3E4E-9FA0-F6BE480D2E3C}" presName="hierChild5" presStyleCnt="0"/>
      <dgm:spPr/>
    </dgm:pt>
    <dgm:pt modelId="{494367C6-F230-164A-A501-ECAE1FE7144C}" type="pres">
      <dgm:prSet presAssocID="{389DFD67-BA43-1843-9227-FDF7CA5509D6}" presName="hierChild3" presStyleCnt="0"/>
      <dgm:spPr/>
    </dgm:pt>
  </dgm:ptLst>
  <dgm:cxnLst>
    <dgm:cxn modelId="{F7995009-BFC1-F74C-872A-AF488346DFBD}" srcId="{62A59C11-F1C0-B94F-BD9F-350E7A431CFA}" destId="{389DFD67-BA43-1843-9227-FDF7CA5509D6}" srcOrd="0" destOrd="0" parTransId="{586C2F82-C377-5447-BFAA-EEE96A569999}" sibTransId="{C9EA1DD0-480D-CB41-9E08-2BC6F88F9655}"/>
    <dgm:cxn modelId="{DD72660A-FB5C-314E-8AAC-5E7660DB4B30}" type="presOf" srcId="{BCE468DE-E08E-FA49-91BB-16BBFC25F4D8}" destId="{DE1BFC63-AACF-6F43-8CE9-96CD436C2DE7}" srcOrd="0" destOrd="0" presId="urn:microsoft.com/office/officeart/2005/8/layout/orgChart1"/>
    <dgm:cxn modelId="{788FEA0B-AD91-AE43-BA24-664151E8418A}" type="presOf" srcId="{4B6030A5-A7BD-0549-88C6-115842D8349D}" destId="{E9A4F63D-536A-8744-882A-76BD1FFB5FF7}" srcOrd="1" destOrd="0" presId="urn:microsoft.com/office/officeart/2005/8/layout/orgChart1"/>
    <dgm:cxn modelId="{40C0EA1C-EFEC-974E-8229-8E22BC99A8B7}" type="presOf" srcId="{49ADF820-96B6-E746-B580-6A5954A9295B}" destId="{E9BC2586-0AB4-2745-9DDA-4D8FAECDE925}" srcOrd="0" destOrd="0" presId="urn:microsoft.com/office/officeart/2005/8/layout/orgChart1"/>
    <dgm:cxn modelId="{391BB620-D880-214F-9ED0-D07BA0A78156}" type="presOf" srcId="{C91CB1D7-F76E-0447-9B95-0C946D59C7E1}" destId="{E4203558-B509-1C48-B081-565761BD07D4}" srcOrd="1" destOrd="0" presId="urn:microsoft.com/office/officeart/2005/8/layout/orgChart1"/>
    <dgm:cxn modelId="{31ACD626-49C2-3248-8B40-22F3C300860B}" type="presOf" srcId="{389DFD67-BA43-1843-9227-FDF7CA5509D6}" destId="{E2ED0D14-11AC-7244-9B90-521737AD2DCF}" srcOrd="0" destOrd="0" presId="urn:microsoft.com/office/officeart/2005/8/layout/orgChart1"/>
    <dgm:cxn modelId="{9A7CA42B-9474-4E4D-AED9-A76720C368D2}" type="presOf" srcId="{C91CB1D7-F76E-0447-9B95-0C946D59C7E1}" destId="{AF509E4E-B352-A547-BFFD-25F823398D27}" srcOrd="0" destOrd="0" presId="urn:microsoft.com/office/officeart/2005/8/layout/orgChart1"/>
    <dgm:cxn modelId="{06080242-E5A4-1A44-89AC-472CCD321A1C}" type="presOf" srcId="{231F6DEF-0B4C-3E4E-9FA0-F6BE480D2E3C}" destId="{641E588F-3138-894F-8381-03A4B3834FBF}" srcOrd="0" destOrd="0" presId="urn:microsoft.com/office/officeart/2005/8/layout/orgChart1"/>
    <dgm:cxn modelId="{10BC0C45-3387-FF4A-82C1-17D529CC628C}" type="presOf" srcId="{EB137234-1DE1-8443-9E0E-0CA9E2D974E9}" destId="{6B51E222-AEC2-A347-94C0-BDC105473965}" srcOrd="0" destOrd="0" presId="urn:microsoft.com/office/officeart/2005/8/layout/orgChart1"/>
    <dgm:cxn modelId="{8B8AC54F-4F66-2B4E-AD51-02B17F4FAD5D}" srcId="{389DFD67-BA43-1843-9227-FDF7CA5509D6}" destId="{C91CB1D7-F76E-0447-9B95-0C946D59C7E1}" srcOrd="0" destOrd="0" parTransId="{454AFC57-159D-C24E-AF3D-803AC3B3E571}" sibTransId="{CC239480-14B0-B14A-AF9C-A060947BEAEE}"/>
    <dgm:cxn modelId="{84663B58-520C-6E49-A613-91FABBCCBED4}" type="presOf" srcId="{62A59C11-F1C0-B94F-BD9F-350E7A431CFA}" destId="{84A13771-208A-D543-BDDB-6762E38AB5AB}" srcOrd="0" destOrd="0" presId="urn:microsoft.com/office/officeart/2005/8/layout/orgChart1"/>
    <dgm:cxn modelId="{203C955D-8BE0-2745-923C-5C2B33E40158}" srcId="{231F6DEF-0B4C-3E4E-9FA0-F6BE480D2E3C}" destId="{EC63B5EF-A196-1647-9738-6805EB60DB0F}" srcOrd="0" destOrd="0" parTransId="{682ACBBD-E62B-9D44-8BC5-A5C1F898B962}" sibTransId="{54AD243B-3742-7D44-A99A-1344D59C2BE4}"/>
    <dgm:cxn modelId="{F0ECC061-5864-FD4A-AC05-358B55E49C3A}" type="presOf" srcId="{389DFD67-BA43-1843-9227-FDF7CA5509D6}" destId="{8D0A8216-9BB2-434C-A11D-DCBE30FA9C7E}" srcOrd="1" destOrd="0" presId="urn:microsoft.com/office/officeart/2005/8/layout/orgChart1"/>
    <dgm:cxn modelId="{FC276266-F5BB-C346-84C1-0C90567111CE}" type="presOf" srcId="{EC63B5EF-A196-1647-9738-6805EB60DB0F}" destId="{AC764DCF-8D1B-8B48-9EA7-15BA06124B8D}" srcOrd="1" destOrd="0" presId="urn:microsoft.com/office/officeart/2005/8/layout/orgChart1"/>
    <dgm:cxn modelId="{0187F875-8538-8647-AF60-1F020BBD2029}" type="presOf" srcId="{EC63B5EF-A196-1647-9738-6805EB60DB0F}" destId="{F597D165-9003-5E44-A4F2-8C55D95D61AD}" srcOrd="0" destOrd="0" presId="urn:microsoft.com/office/officeart/2005/8/layout/orgChart1"/>
    <dgm:cxn modelId="{545DCD91-F839-794A-84D2-44727AA174B0}" type="presOf" srcId="{858FCB11-A9BA-E445-8857-7A109733D0F2}" destId="{001D628A-9327-744C-89E5-0AFFDFAC274B}" srcOrd="0" destOrd="0" presId="urn:microsoft.com/office/officeart/2005/8/layout/orgChart1"/>
    <dgm:cxn modelId="{EA95D994-E8DC-2C40-8AC3-F8D32A9FF192}" type="presOf" srcId="{682ACBBD-E62B-9D44-8BC5-A5C1F898B962}" destId="{4BC3F895-F18D-C348-A915-4D25A716F2FC}" srcOrd="0" destOrd="0" presId="urn:microsoft.com/office/officeart/2005/8/layout/orgChart1"/>
    <dgm:cxn modelId="{5AFFEBA4-94EB-4846-BE48-C972D04BD97A}" type="presOf" srcId="{231F6DEF-0B4C-3E4E-9FA0-F6BE480D2E3C}" destId="{CF01ADBF-8CCD-6740-8B78-95D7F232C9BD}" srcOrd="1" destOrd="0" presId="urn:microsoft.com/office/officeart/2005/8/layout/orgChart1"/>
    <dgm:cxn modelId="{EB6C69B4-DA24-2E47-B739-6188FED9B047}" srcId="{C91CB1D7-F76E-0447-9B95-0C946D59C7E1}" destId="{4B6030A5-A7BD-0549-88C6-115842D8349D}" srcOrd="0" destOrd="0" parTransId="{858FCB11-A9BA-E445-8857-7A109733D0F2}" sibTransId="{9A136A72-A9E9-CD45-8C23-B3656640B7CD}"/>
    <dgm:cxn modelId="{7D69FFCB-9167-5C4B-A485-0FD632780A53}" type="presOf" srcId="{454AFC57-159D-C24E-AF3D-803AC3B3E571}" destId="{36E98C6B-0F99-D847-B7E3-A8AC556B9B79}" srcOrd="0" destOrd="0" presId="urn:microsoft.com/office/officeart/2005/8/layout/orgChart1"/>
    <dgm:cxn modelId="{FCE8B5D2-DF28-304E-997D-BDCAD7D9FD4C}" type="presOf" srcId="{4B6030A5-A7BD-0549-88C6-115842D8349D}" destId="{643D98BA-5C3F-A64E-B13A-1598F29FDFEF}" srcOrd="0" destOrd="0" presId="urn:microsoft.com/office/officeart/2005/8/layout/orgChart1"/>
    <dgm:cxn modelId="{B42642ED-CEE4-9A44-BBE8-EDADB21069AE}" type="presOf" srcId="{49ADF820-96B6-E746-B580-6A5954A9295B}" destId="{32A8EBEF-18EA-434D-BDB7-AC3CA5ED8237}" srcOrd="1" destOrd="0" presId="urn:microsoft.com/office/officeart/2005/8/layout/orgChart1"/>
    <dgm:cxn modelId="{DFD4AEF2-E34F-BA44-948A-8616FB51A0DF}" srcId="{C91CB1D7-F76E-0447-9B95-0C946D59C7E1}" destId="{49ADF820-96B6-E746-B580-6A5954A9295B}" srcOrd="1" destOrd="0" parTransId="{EB137234-1DE1-8443-9E0E-0CA9E2D974E9}" sibTransId="{E0672DCB-CF96-454A-A2F9-699C2C6EF97F}"/>
    <dgm:cxn modelId="{462A87F3-CFB3-D34E-9382-ACD370837C6F}" srcId="{389DFD67-BA43-1843-9227-FDF7CA5509D6}" destId="{231F6DEF-0B4C-3E4E-9FA0-F6BE480D2E3C}" srcOrd="1" destOrd="0" parTransId="{BCE468DE-E08E-FA49-91BB-16BBFC25F4D8}" sibTransId="{6D367E09-1DAC-874E-8056-0FCDFC39E891}"/>
    <dgm:cxn modelId="{2CB16F3E-90C7-8A4B-8668-B03BF45C33A3}" type="presParOf" srcId="{84A13771-208A-D543-BDDB-6762E38AB5AB}" destId="{857379CB-85A0-7146-ABCC-E7615418BBDB}" srcOrd="0" destOrd="0" presId="urn:microsoft.com/office/officeart/2005/8/layout/orgChart1"/>
    <dgm:cxn modelId="{5053A16D-A956-1248-BB90-363EE4DA8EFA}" type="presParOf" srcId="{857379CB-85A0-7146-ABCC-E7615418BBDB}" destId="{E5DB8BE5-3795-9E4E-A3AE-4E33B7D40741}" srcOrd="0" destOrd="0" presId="urn:microsoft.com/office/officeart/2005/8/layout/orgChart1"/>
    <dgm:cxn modelId="{24C9EFDB-4DD1-394D-AE04-3C30430B7639}" type="presParOf" srcId="{E5DB8BE5-3795-9E4E-A3AE-4E33B7D40741}" destId="{E2ED0D14-11AC-7244-9B90-521737AD2DCF}" srcOrd="0" destOrd="0" presId="urn:microsoft.com/office/officeart/2005/8/layout/orgChart1"/>
    <dgm:cxn modelId="{8C110C2F-4439-CF44-9207-F4052D742EC0}" type="presParOf" srcId="{E5DB8BE5-3795-9E4E-A3AE-4E33B7D40741}" destId="{8D0A8216-9BB2-434C-A11D-DCBE30FA9C7E}" srcOrd="1" destOrd="0" presId="urn:microsoft.com/office/officeart/2005/8/layout/orgChart1"/>
    <dgm:cxn modelId="{487232E7-5A70-304F-B7CD-0AA27ADC5EA8}" type="presParOf" srcId="{857379CB-85A0-7146-ABCC-E7615418BBDB}" destId="{37DB300C-EC39-E244-AEE6-DFBD53C9C05F}" srcOrd="1" destOrd="0" presId="urn:microsoft.com/office/officeart/2005/8/layout/orgChart1"/>
    <dgm:cxn modelId="{624FC2F7-932E-9447-94FC-89791AD73F79}" type="presParOf" srcId="{37DB300C-EC39-E244-AEE6-DFBD53C9C05F}" destId="{36E98C6B-0F99-D847-B7E3-A8AC556B9B79}" srcOrd="0" destOrd="0" presId="urn:microsoft.com/office/officeart/2005/8/layout/orgChart1"/>
    <dgm:cxn modelId="{AC3FABDC-9253-CA4F-BDC2-BBEF91BDA60E}" type="presParOf" srcId="{37DB300C-EC39-E244-AEE6-DFBD53C9C05F}" destId="{D285BB60-30FF-9D45-A65F-E8E2B2CDF509}" srcOrd="1" destOrd="0" presId="urn:microsoft.com/office/officeart/2005/8/layout/orgChart1"/>
    <dgm:cxn modelId="{CB597F36-E32F-CD4B-948A-DD2FF1CC36E0}" type="presParOf" srcId="{D285BB60-30FF-9D45-A65F-E8E2B2CDF509}" destId="{0963BC96-B3B1-284F-AE57-B55F24543556}" srcOrd="0" destOrd="0" presId="urn:microsoft.com/office/officeart/2005/8/layout/orgChart1"/>
    <dgm:cxn modelId="{68609229-F406-2E4F-B5A7-8FE2C010BCD4}" type="presParOf" srcId="{0963BC96-B3B1-284F-AE57-B55F24543556}" destId="{AF509E4E-B352-A547-BFFD-25F823398D27}" srcOrd="0" destOrd="0" presId="urn:microsoft.com/office/officeart/2005/8/layout/orgChart1"/>
    <dgm:cxn modelId="{96D28FAC-5FD2-544C-BF66-C27A3F8FD6BB}" type="presParOf" srcId="{0963BC96-B3B1-284F-AE57-B55F24543556}" destId="{E4203558-B509-1C48-B081-565761BD07D4}" srcOrd="1" destOrd="0" presId="urn:microsoft.com/office/officeart/2005/8/layout/orgChart1"/>
    <dgm:cxn modelId="{938460D5-E183-994C-A493-B2FAE6DE2787}" type="presParOf" srcId="{D285BB60-30FF-9D45-A65F-E8E2B2CDF509}" destId="{560A996C-E7CB-D344-BE37-E5356A586DD9}" srcOrd="1" destOrd="0" presId="urn:microsoft.com/office/officeart/2005/8/layout/orgChart1"/>
    <dgm:cxn modelId="{5C185567-6858-5F45-99F5-83323BBAA353}" type="presParOf" srcId="{560A996C-E7CB-D344-BE37-E5356A586DD9}" destId="{001D628A-9327-744C-89E5-0AFFDFAC274B}" srcOrd="0" destOrd="0" presId="urn:microsoft.com/office/officeart/2005/8/layout/orgChart1"/>
    <dgm:cxn modelId="{686E07A0-58D9-3D41-92D5-D66297645DA3}" type="presParOf" srcId="{560A996C-E7CB-D344-BE37-E5356A586DD9}" destId="{FA3E19F1-4420-9641-B4A7-116D333F89F2}" srcOrd="1" destOrd="0" presId="urn:microsoft.com/office/officeart/2005/8/layout/orgChart1"/>
    <dgm:cxn modelId="{110EB69C-0B8E-0147-8913-3200BDFDD636}" type="presParOf" srcId="{FA3E19F1-4420-9641-B4A7-116D333F89F2}" destId="{F67843BC-D6BE-E044-82A3-0CB21EEF5539}" srcOrd="0" destOrd="0" presId="urn:microsoft.com/office/officeart/2005/8/layout/orgChart1"/>
    <dgm:cxn modelId="{AD5CB31C-88CF-2843-BBA4-6433CD3C6FCE}" type="presParOf" srcId="{F67843BC-D6BE-E044-82A3-0CB21EEF5539}" destId="{643D98BA-5C3F-A64E-B13A-1598F29FDFEF}" srcOrd="0" destOrd="0" presId="urn:microsoft.com/office/officeart/2005/8/layout/orgChart1"/>
    <dgm:cxn modelId="{73BD6401-6AEC-0242-91BD-6C47B1B3822E}" type="presParOf" srcId="{F67843BC-D6BE-E044-82A3-0CB21EEF5539}" destId="{E9A4F63D-536A-8744-882A-76BD1FFB5FF7}" srcOrd="1" destOrd="0" presId="urn:microsoft.com/office/officeart/2005/8/layout/orgChart1"/>
    <dgm:cxn modelId="{8A59C5EA-B27D-E34A-AF66-0BD3DD9A0597}" type="presParOf" srcId="{FA3E19F1-4420-9641-B4A7-116D333F89F2}" destId="{C3E04F0C-E604-B144-9DB8-4128B4CEDB00}" srcOrd="1" destOrd="0" presId="urn:microsoft.com/office/officeart/2005/8/layout/orgChart1"/>
    <dgm:cxn modelId="{4943983E-EAB4-EA43-B776-B59DA92FD6BB}" type="presParOf" srcId="{FA3E19F1-4420-9641-B4A7-116D333F89F2}" destId="{495B7646-80D5-9D4F-AC34-34617D54961B}" srcOrd="2" destOrd="0" presId="urn:microsoft.com/office/officeart/2005/8/layout/orgChart1"/>
    <dgm:cxn modelId="{9A59584E-3BD9-0641-A3AA-29233469A995}" type="presParOf" srcId="{560A996C-E7CB-D344-BE37-E5356A586DD9}" destId="{6B51E222-AEC2-A347-94C0-BDC105473965}" srcOrd="2" destOrd="0" presId="urn:microsoft.com/office/officeart/2005/8/layout/orgChart1"/>
    <dgm:cxn modelId="{AA9CC754-0AE8-E144-A4D0-D7488BAF8193}" type="presParOf" srcId="{560A996C-E7CB-D344-BE37-E5356A586DD9}" destId="{FB615B32-9249-484D-B26E-68553C0DCDA9}" srcOrd="3" destOrd="0" presId="urn:microsoft.com/office/officeart/2005/8/layout/orgChart1"/>
    <dgm:cxn modelId="{435D02A4-51D3-E14F-9D93-83F57BF88DBA}" type="presParOf" srcId="{FB615B32-9249-484D-B26E-68553C0DCDA9}" destId="{AA2F03EA-B181-4943-BEC2-AF04367E24D1}" srcOrd="0" destOrd="0" presId="urn:microsoft.com/office/officeart/2005/8/layout/orgChart1"/>
    <dgm:cxn modelId="{A532C5E6-612A-DF40-ACB9-78EAD5FB15CD}" type="presParOf" srcId="{AA2F03EA-B181-4943-BEC2-AF04367E24D1}" destId="{E9BC2586-0AB4-2745-9DDA-4D8FAECDE925}" srcOrd="0" destOrd="0" presId="urn:microsoft.com/office/officeart/2005/8/layout/orgChart1"/>
    <dgm:cxn modelId="{1A26C228-C1AD-B748-B100-E3A7EEE2A5A4}" type="presParOf" srcId="{AA2F03EA-B181-4943-BEC2-AF04367E24D1}" destId="{32A8EBEF-18EA-434D-BDB7-AC3CA5ED8237}" srcOrd="1" destOrd="0" presId="urn:microsoft.com/office/officeart/2005/8/layout/orgChart1"/>
    <dgm:cxn modelId="{72606BBA-7835-504B-8B5D-A38BFA5B013C}" type="presParOf" srcId="{FB615B32-9249-484D-B26E-68553C0DCDA9}" destId="{D707008D-E18C-0144-B9EA-35159F71BF5C}" srcOrd="1" destOrd="0" presId="urn:microsoft.com/office/officeart/2005/8/layout/orgChart1"/>
    <dgm:cxn modelId="{18499357-42B0-8547-99F7-AD8E6FE23700}" type="presParOf" srcId="{FB615B32-9249-484D-B26E-68553C0DCDA9}" destId="{765D4B12-D3DE-3648-8365-8B34C96C21D9}" srcOrd="2" destOrd="0" presId="urn:microsoft.com/office/officeart/2005/8/layout/orgChart1"/>
    <dgm:cxn modelId="{E5A065F5-D1FA-2040-9796-D482D4CCF68B}" type="presParOf" srcId="{D285BB60-30FF-9D45-A65F-E8E2B2CDF509}" destId="{3929DC51-E0C2-BB49-8876-B99DBD096F5A}" srcOrd="2" destOrd="0" presId="urn:microsoft.com/office/officeart/2005/8/layout/orgChart1"/>
    <dgm:cxn modelId="{295EDDCB-6AF1-FA4B-85BB-A59BE2EF4978}" type="presParOf" srcId="{37DB300C-EC39-E244-AEE6-DFBD53C9C05F}" destId="{DE1BFC63-AACF-6F43-8CE9-96CD436C2DE7}" srcOrd="2" destOrd="0" presId="urn:microsoft.com/office/officeart/2005/8/layout/orgChart1"/>
    <dgm:cxn modelId="{5DB78C8F-668B-754C-BE6D-9B9D4320F531}" type="presParOf" srcId="{37DB300C-EC39-E244-AEE6-DFBD53C9C05F}" destId="{D33067C9-871D-4741-B9BF-0923CDF30FB9}" srcOrd="3" destOrd="0" presId="urn:microsoft.com/office/officeart/2005/8/layout/orgChart1"/>
    <dgm:cxn modelId="{68794D3C-C4F7-524D-8AF2-69CFBC8FDDB0}" type="presParOf" srcId="{D33067C9-871D-4741-B9BF-0923CDF30FB9}" destId="{2387BF1E-9140-824D-B72E-A0292D5E0AA2}" srcOrd="0" destOrd="0" presId="urn:microsoft.com/office/officeart/2005/8/layout/orgChart1"/>
    <dgm:cxn modelId="{E1D4A74D-CE43-FE48-8C45-538CD9B48397}" type="presParOf" srcId="{2387BF1E-9140-824D-B72E-A0292D5E0AA2}" destId="{641E588F-3138-894F-8381-03A4B3834FBF}" srcOrd="0" destOrd="0" presId="urn:microsoft.com/office/officeart/2005/8/layout/orgChart1"/>
    <dgm:cxn modelId="{A5858114-6D84-1546-95F3-28C313BBC85E}" type="presParOf" srcId="{2387BF1E-9140-824D-B72E-A0292D5E0AA2}" destId="{CF01ADBF-8CCD-6740-8B78-95D7F232C9BD}" srcOrd="1" destOrd="0" presId="urn:microsoft.com/office/officeart/2005/8/layout/orgChart1"/>
    <dgm:cxn modelId="{3AD123A6-8CD1-BA49-8296-9046C0198DDD}" type="presParOf" srcId="{D33067C9-871D-4741-B9BF-0923CDF30FB9}" destId="{39C99CC4-88BC-FE41-8EAB-7D05BBF18BA6}" srcOrd="1" destOrd="0" presId="urn:microsoft.com/office/officeart/2005/8/layout/orgChart1"/>
    <dgm:cxn modelId="{9DBD2DA5-A674-5144-9393-CD8B045AE7C4}" type="presParOf" srcId="{39C99CC4-88BC-FE41-8EAB-7D05BBF18BA6}" destId="{4BC3F895-F18D-C348-A915-4D25A716F2FC}" srcOrd="0" destOrd="0" presId="urn:microsoft.com/office/officeart/2005/8/layout/orgChart1"/>
    <dgm:cxn modelId="{886F77D4-5A1C-1F4B-A2AC-DDE4F6905475}" type="presParOf" srcId="{39C99CC4-88BC-FE41-8EAB-7D05BBF18BA6}" destId="{6BA15D05-55A6-F241-9417-7A9633425BA1}" srcOrd="1" destOrd="0" presId="urn:microsoft.com/office/officeart/2005/8/layout/orgChart1"/>
    <dgm:cxn modelId="{E7BD033C-4214-984A-BCE2-012C07DB7F9D}" type="presParOf" srcId="{6BA15D05-55A6-F241-9417-7A9633425BA1}" destId="{D2AC524D-2620-A545-B248-8E95D3A3A4DB}" srcOrd="0" destOrd="0" presId="urn:microsoft.com/office/officeart/2005/8/layout/orgChart1"/>
    <dgm:cxn modelId="{31E8734B-4CFA-AD45-9033-6C472C420633}" type="presParOf" srcId="{D2AC524D-2620-A545-B248-8E95D3A3A4DB}" destId="{F597D165-9003-5E44-A4F2-8C55D95D61AD}" srcOrd="0" destOrd="0" presId="urn:microsoft.com/office/officeart/2005/8/layout/orgChart1"/>
    <dgm:cxn modelId="{4353890C-2792-0E40-A6CD-0269AFBF3C49}" type="presParOf" srcId="{D2AC524D-2620-A545-B248-8E95D3A3A4DB}" destId="{AC764DCF-8D1B-8B48-9EA7-15BA06124B8D}" srcOrd="1" destOrd="0" presId="urn:microsoft.com/office/officeart/2005/8/layout/orgChart1"/>
    <dgm:cxn modelId="{0EB7BA47-B4D5-2644-8DA1-6F635C3DDCD7}" type="presParOf" srcId="{6BA15D05-55A6-F241-9417-7A9633425BA1}" destId="{BF8BAF48-7C65-E140-A6BE-10A5D1AA80AF}" srcOrd="1" destOrd="0" presId="urn:microsoft.com/office/officeart/2005/8/layout/orgChart1"/>
    <dgm:cxn modelId="{2EDF8914-8262-8B41-A35D-59DDD93DFA0F}" type="presParOf" srcId="{6BA15D05-55A6-F241-9417-7A9633425BA1}" destId="{73389DB3-EBC2-7947-BB69-BBE6904FE9B5}" srcOrd="2" destOrd="0" presId="urn:microsoft.com/office/officeart/2005/8/layout/orgChart1"/>
    <dgm:cxn modelId="{133B307D-D409-DE4A-8006-299D56F8D795}" type="presParOf" srcId="{D33067C9-871D-4741-B9BF-0923CDF30FB9}" destId="{C8895DDF-B46D-FD41-BF2D-3A290DB6D8F6}" srcOrd="2" destOrd="0" presId="urn:microsoft.com/office/officeart/2005/8/layout/orgChart1"/>
    <dgm:cxn modelId="{6270FA77-A445-534C-8FCA-350DE6D45EB4}" type="presParOf" srcId="{857379CB-85A0-7146-ABCC-E7615418BBDB}" destId="{494367C6-F230-164A-A501-ECAE1FE7144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3F895-F18D-C348-A915-4D25A716F2FC}">
      <dsp:nvSpPr>
        <dsp:cNvPr id="0" name=""/>
        <dsp:cNvSpPr/>
      </dsp:nvSpPr>
      <dsp:spPr>
        <a:xfrm>
          <a:off x="6808094" y="3143404"/>
          <a:ext cx="1850830" cy="907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7118"/>
              </a:lnTo>
              <a:lnTo>
                <a:pt x="1850830" y="907118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1BFC63-AACF-6F43-8CE9-96CD436C2DE7}">
      <dsp:nvSpPr>
        <dsp:cNvPr id="0" name=""/>
        <dsp:cNvSpPr/>
      </dsp:nvSpPr>
      <dsp:spPr>
        <a:xfrm>
          <a:off x="5770438" y="1306338"/>
          <a:ext cx="2079452" cy="534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1347"/>
              </a:lnTo>
              <a:lnTo>
                <a:pt x="2079452" y="261347"/>
              </a:lnTo>
              <a:lnTo>
                <a:pt x="2079452" y="534819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51E222-AEC2-A347-94C0-BDC105473965}">
      <dsp:nvSpPr>
        <dsp:cNvPr id="0" name=""/>
        <dsp:cNvSpPr/>
      </dsp:nvSpPr>
      <dsp:spPr>
        <a:xfrm>
          <a:off x="2889505" y="3142479"/>
          <a:ext cx="258808" cy="1231508"/>
        </a:xfrm>
        <a:custGeom>
          <a:avLst/>
          <a:gdLst/>
          <a:ahLst/>
          <a:cxnLst/>
          <a:rect l="0" t="0" r="0" b="0"/>
          <a:pathLst>
            <a:path>
              <a:moveTo>
                <a:pt x="258808" y="0"/>
              </a:moveTo>
              <a:lnTo>
                <a:pt x="258808" y="1231508"/>
              </a:lnTo>
              <a:lnTo>
                <a:pt x="0" y="1231508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1D628A-9327-744C-89E5-0AFFDFAC274B}">
      <dsp:nvSpPr>
        <dsp:cNvPr id="0" name=""/>
        <dsp:cNvSpPr/>
      </dsp:nvSpPr>
      <dsp:spPr>
        <a:xfrm>
          <a:off x="3148313" y="3142479"/>
          <a:ext cx="343193" cy="1232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2237"/>
              </a:lnTo>
              <a:lnTo>
                <a:pt x="343193" y="1232237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E98C6B-0F99-D847-B7E3-A8AC556B9B79}">
      <dsp:nvSpPr>
        <dsp:cNvPr id="0" name=""/>
        <dsp:cNvSpPr/>
      </dsp:nvSpPr>
      <dsp:spPr>
        <a:xfrm>
          <a:off x="4190110" y="1306338"/>
          <a:ext cx="1580327" cy="533894"/>
        </a:xfrm>
        <a:custGeom>
          <a:avLst/>
          <a:gdLst/>
          <a:ahLst/>
          <a:cxnLst/>
          <a:rect l="0" t="0" r="0" b="0"/>
          <a:pathLst>
            <a:path>
              <a:moveTo>
                <a:pt x="1580327" y="0"/>
              </a:moveTo>
              <a:lnTo>
                <a:pt x="1580327" y="260423"/>
              </a:lnTo>
              <a:lnTo>
                <a:pt x="0" y="260423"/>
              </a:lnTo>
              <a:lnTo>
                <a:pt x="0" y="533894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ED0D14-11AC-7244-9B90-521737AD2DCF}">
      <dsp:nvSpPr>
        <dsp:cNvPr id="0" name=""/>
        <dsp:cNvSpPr/>
      </dsp:nvSpPr>
      <dsp:spPr>
        <a:xfrm>
          <a:off x="3909789" y="4092"/>
          <a:ext cx="3721298" cy="13022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/>
            <a:t>エンターテイメントとしての</a:t>
          </a:r>
          <a:endParaRPr kumimoji="1" lang="en-US" altLang="ja-JP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200" kern="1200" dirty="0"/>
            <a:t>LED</a:t>
          </a:r>
          <a:r>
            <a:rPr kumimoji="1" lang="ja-JP" altLang="en-US" sz="2200" kern="1200"/>
            <a:t>マトリクス</a:t>
          </a:r>
        </a:p>
      </dsp:txBody>
      <dsp:txXfrm>
        <a:off x="3909789" y="4092"/>
        <a:ext cx="3721298" cy="1302246"/>
      </dsp:txXfrm>
    </dsp:sp>
    <dsp:sp modelId="{AF509E4E-B352-A547-BFFD-25F823398D27}">
      <dsp:nvSpPr>
        <dsp:cNvPr id="0" name=""/>
        <dsp:cNvSpPr/>
      </dsp:nvSpPr>
      <dsp:spPr>
        <a:xfrm>
          <a:off x="2887864" y="1840233"/>
          <a:ext cx="2604492" cy="13022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/>
            <a:t>演奏中マトリクス</a:t>
          </a:r>
          <a:endParaRPr kumimoji="1" lang="en-US" altLang="ja-JP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/>
            <a:t>表示選択</a:t>
          </a:r>
        </a:p>
      </dsp:txBody>
      <dsp:txXfrm>
        <a:off x="2887864" y="1840233"/>
        <a:ext cx="2604492" cy="1302246"/>
      </dsp:txXfrm>
    </dsp:sp>
    <dsp:sp modelId="{643D98BA-5C3F-A64E-B13A-1598F29FDFEF}">
      <dsp:nvSpPr>
        <dsp:cNvPr id="0" name=""/>
        <dsp:cNvSpPr/>
      </dsp:nvSpPr>
      <dsp:spPr>
        <a:xfrm>
          <a:off x="3491507" y="3723594"/>
          <a:ext cx="2604492" cy="13022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/>
            <a:t>演奏箇所の音程表示</a:t>
          </a:r>
        </a:p>
      </dsp:txBody>
      <dsp:txXfrm>
        <a:off x="3491507" y="3723594"/>
        <a:ext cx="2604492" cy="1302246"/>
      </dsp:txXfrm>
    </dsp:sp>
    <dsp:sp modelId="{E9BC2586-0AB4-2745-9DDA-4D8FAECDE925}">
      <dsp:nvSpPr>
        <dsp:cNvPr id="0" name=""/>
        <dsp:cNvSpPr/>
      </dsp:nvSpPr>
      <dsp:spPr>
        <a:xfrm>
          <a:off x="285013" y="3722864"/>
          <a:ext cx="2604492" cy="13022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/>
            <a:t>演奏箇所の歌詞の表示</a:t>
          </a:r>
        </a:p>
      </dsp:txBody>
      <dsp:txXfrm>
        <a:off x="285013" y="3722864"/>
        <a:ext cx="2604492" cy="1302246"/>
      </dsp:txXfrm>
    </dsp:sp>
    <dsp:sp modelId="{641E588F-3138-894F-8381-03A4B3834FBF}">
      <dsp:nvSpPr>
        <dsp:cNvPr id="0" name=""/>
        <dsp:cNvSpPr/>
      </dsp:nvSpPr>
      <dsp:spPr>
        <a:xfrm>
          <a:off x="6547644" y="1841158"/>
          <a:ext cx="2604492" cy="13022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/>
            <a:t>演奏楽器の表示</a:t>
          </a:r>
        </a:p>
      </dsp:txBody>
      <dsp:txXfrm>
        <a:off x="6547644" y="1841158"/>
        <a:ext cx="2604492" cy="1302246"/>
      </dsp:txXfrm>
    </dsp:sp>
    <dsp:sp modelId="{F597D165-9003-5E44-A4F2-8C55D95D61AD}">
      <dsp:nvSpPr>
        <dsp:cNvPr id="0" name=""/>
        <dsp:cNvSpPr/>
      </dsp:nvSpPr>
      <dsp:spPr>
        <a:xfrm>
          <a:off x="8658924" y="3399399"/>
          <a:ext cx="2604492" cy="13022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200" kern="1200" dirty="0"/>
            <a:t>Processing</a:t>
          </a:r>
          <a:r>
            <a:rPr kumimoji="1" lang="ja-JP" altLang="en-US" sz="2200" kern="1200"/>
            <a:t>での楽器選択</a:t>
          </a:r>
        </a:p>
      </dsp:txBody>
      <dsp:txXfrm>
        <a:off x="8658924" y="3399399"/>
        <a:ext cx="2604492" cy="1302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86FC1-3783-271C-DA74-D55F7B688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0BC6C5-27FC-D0DD-B664-ED8D85274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433CEB-8193-ED39-F365-FFC4604E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0C8EB0-528A-2369-56C0-6C4A24F3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F49C61-8C6E-C7DD-B315-72EDA264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22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88D62-2647-F2FB-A3D3-FD9A4E9A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721715-1021-84BA-EFA9-09B0D0262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342897-C63F-8D3A-3D31-A62B5D67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D484ED-CB6E-5603-6D7B-395BAF28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E0078E-C654-06CC-85F2-EBA6A8A8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017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B50665-06A3-31E1-64CF-BA329EAFA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89DC6-FA96-CEA6-F312-A322FDCB6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B921E4-FD85-7FA0-15D5-F933D315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EA0C4-28B4-70EB-5A2D-4C24B586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607D42-4BCF-6929-F7C3-02E3AF91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971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4DC1CB-BE00-E6F1-ABB7-071154F5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B873FB-B986-EDF9-B571-6A5DF1D6D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878E7C2-E0F8-357B-830C-6EDA5FB6A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FAD30C-615C-C3E2-ECC7-4BCB4275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D9B562-A1ED-C812-D979-6FB25604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662ED4-4766-8CA7-9987-B32256E4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96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8944DB-F9EA-4F33-3864-D0A1A5CCF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AC57C3-D9B7-A829-6D50-AE0241C83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CC0FF9-4991-7A03-8925-9A654EAB9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7B3DB6-A65D-E8F7-32DF-90A395183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D6E714-E3FB-8369-2D2E-1F8476CC4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3A70676-00DC-BB2F-12A3-4B3D647B4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5D21E6-AC81-D175-20E4-8338A1782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215429-0BF0-9909-E6CA-887B6D7A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30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B8F05F-6D22-E5B0-E63E-DF4D1F17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6692DF-984B-E35F-81D6-8991D9FB1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E03DE6F-BACF-1FF5-1AE3-C755C73D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322F58-506F-0D77-62A2-129FA557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10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45666F2-5046-7983-0A4D-652201FC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F6CCF4-6807-0B6D-A0F5-815641EE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B4CDBD-326C-B655-F9A9-DCD83D6D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976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C5E46E-6737-30C2-F572-C2BECD42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E6CA36-32B0-6481-09A0-5A6F49905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6F8D27-A5C0-1F3E-7A39-B369335E2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BC0811-ADD6-2318-342C-6B483A44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99376C-7278-F671-91E1-7D2214F3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DE2325-D8F7-5B71-8B3B-A3709667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50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27F278-0EC0-8B28-75B9-FF07C5DE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05AF3F-689C-5407-ACC0-78B84B4E2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EC1F5-C4D7-69E8-68DD-179DFFEA5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E8BAF9-B38F-D5B6-7031-78E8C5FA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86BB08-1059-F3BF-A7B2-45080796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750A6C-ADED-5A8F-AAAF-F4700F1E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60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969C3-3B86-BEA3-28D6-26844825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EAAD68-4A62-0700-197C-9B420580F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71EBE5-BF80-DB04-DF93-23F06914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B66342-55EB-2A7A-C101-D533E119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135480-6579-85D1-AAAA-509C8733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053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5C6C53-218A-90E4-5E82-AD9AB75C8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0E1E4D-0EB0-3A27-D64A-8FCBADAAD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CBDBB9-CF7D-B3D4-BDDD-3830E2B1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036138-6B57-B4D3-B87D-4504590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19FA1C-DB70-A404-39D5-7427C32E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203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AF88BA-0D24-EC76-E0CA-3CA4DC56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D4D445-4968-019D-DE8A-DB61DC6CB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9ADE0B-CB31-3048-684A-B891F10BD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46AF7-751D-A14E-B1A3-ADEA46A7BF30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BCE6D0-54D8-53DC-BF86-8A3BC3EC5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18BD90-9873-6D8C-46BF-7A7FC1230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10DC7-9197-394B-A224-184708196B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92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C0CAD418-0BF7-7C62-60B5-0D40F550E6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864024"/>
              </p:ext>
            </p:extLst>
          </p:nvPr>
        </p:nvGraphicFramePr>
        <p:xfrm>
          <a:off x="0" y="16625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784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5D9E64-D74A-EFF6-9BF5-4F993793A211}"/>
              </a:ext>
            </a:extLst>
          </p:cNvPr>
          <p:cNvSpPr/>
          <p:nvPr/>
        </p:nvSpPr>
        <p:spPr>
          <a:xfrm>
            <a:off x="871869" y="1446028"/>
            <a:ext cx="2381693" cy="2892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CF4666-8BDE-4BEF-4D88-0005876C195C}"/>
              </a:ext>
            </a:extLst>
          </p:cNvPr>
          <p:cNvSpPr txBox="1"/>
          <p:nvPr/>
        </p:nvSpPr>
        <p:spPr>
          <a:xfrm>
            <a:off x="1711842" y="76554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クラスについて書く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DA7CCE-5F4B-79B6-8ABE-E90381C48A8A}"/>
              </a:ext>
            </a:extLst>
          </p:cNvPr>
          <p:cNvSpPr/>
          <p:nvPr/>
        </p:nvSpPr>
        <p:spPr>
          <a:xfrm>
            <a:off x="8428075" y="2169042"/>
            <a:ext cx="2381693" cy="2892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9F9AF29-2E13-2F65-16DC-5175135F5B08}"/>
              </a:ext>
            </a:extLst>
          </p:cNvPr>
          <p:cNvSpPr/>
          <p:nvPr/>
        </p:nvSpPr>
        <p:spPr>
          <a:xfrm>
            <a:off x="4905153" y="1982972"/>
            <a:ext cx="2381693" cy="2892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5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34</Words>
  <Application>Microsoft Macintosh PowerPoint</Application>
  <PresentationFormat>ワイド画面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三芝　空音</dc:creator>
  <cp:lastModifiedBy>三芝　空音</cp:lastModifiedBy>
  <cp:revision>5</cp:revision>
  <dcterms:created xsi:type="dcterms:W3CDTF">2026-04-26T23:43:01Z</dcterms:created>
  <dcterms:modified xsi:type="dcterms:W3CDTF">2026-04-28T19:01:48Z</dcterms:modified>
</cp:coreProperties>
</file>